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4"/>
  </p:sldMasterIdLst>
  <p:sldIdLst>
    <p:sldId id="256" r:id="rId5"/>
    <p:sldId id="257" r:id="rId6"/>
    <p:sldId id="258" r:id="rId7"/>
    <p:sldId id="259" r:id="rId8"/>
    <p:sldId id="260" r:id="rId9"/>
    <p:sldId id="263" r:id="rId10"/>
    <p:sldId id="261" r:id="rId11"/>
    <p:sldId id="262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İZ İLKİZ" userId="831d5912-5f39-49d2-95c2-9444e7f3c8b2" providerId="ADAL" clId="{5EA70842-3951-46AB-B047-32BC55364CD9}"/>
    <pc:docChg chg="custSel modSld">
      <pc:chgData name="DENİZ İLKİZ" userId="831d5912-5f39-49d2-95c2-9444e7f3c8b2" providerId="ADAL" clId="{5EA70842-3951-46AB-B047-32BC55364CD9}" dt="2026-06-12T20:25:48.536" v="2" actId="21"/>
      <pc:docMkLst>
        <pc:docMk/>
      </pc:docMkLst>
      <pc:sldChg chg="addSp delSp modSp mod">
        <pc:chgData name="DENİZ İLKİZ" userId="831d5912-5f39-49d2-95c2-9444e7f3c8b2" providerId="ADAL" clId="{5EA70842-3951-46AB-B047-32BC55364CD9}" dt="2026-06-12T20:25:48.536" v="2" actId="21"/>
        <pc:sldMkLst>
          <pc:docMk/>
          <pc:sldMk cId="3822589241" sldId="256"/>
        </pc:sldMkLst>
        <pc:picChg chg="add del mod">
          <ac:chgData name="DENİZ İLKİZ" userId="831d5912-5f39-49d2-95c2-9444e7f3c8b2" providerId="ADAL" clId="{5EA70842-3951-46AB-B047-32BC55364CD9}" dt="2026-06-12T20:25:48.536" v="2" actId="21"/>
          <ac:picMkLst>
            <pc:docMk/>
            <pc:sldMk cId="3822589241" sldId="256"/>
            <ac:picMk id="6" creationId="{3968D844-4C63-1857-B6EF-6626DA5CE6E4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B1801-009B-4AE2-BDC9-0D107DD70139}" type="doc">
      <dgm:prSet loTypeId="urn:microsoft.com/office/officeart/2018/2/layout/IconLabelList#14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1120A0F-58C7-483B-A95F-E9A9CFA0654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Introduction</a:t>
          </a:r>
          <a:endParaRPr lang="en-US" dirty="0"/>
        </a:p>
      </dgm:t>
    </dgm:pt>
    <dgm:pt modelId="{EF2AAC1E-FD0E-40C2-A55C-6AF690067B62}" type="parTrans" cxnId="{96CFE60D-46C2-412A-BFC1-698B08BB908D}">
      <dgm:prSet/>
      <dgm:spPr/>
      <dgm:t>
        <a:bodyPr/>
        <a:lstStyle/>
        <a:p>
          <a:endParaRPr lang="en-US"/>
        </a:p>
      </dgm:t>
    </dgm:pt>
    <dgm:pt modelId="{1C8362FB-0BD3-4FAC-B73D-53829EC0B46B}" type="sibTrans" cxnId="{96CFE60D-46C2-412A-BFC1-698B08BB908D}">
      <dgm:prSet/>
      <dgm:spPr/>
      <dgm:t>
        <a:bodyPr/>
        <a:lstStyle/>
        <a:p>
          <a:endParaRPr lang="en-US"/>
        </a:p>
      </dgm:t>
    </dgm:pt>
    <dgm:pt modelId="{B589F9EA-FF2E-4FCB-9F52-EAD7DF84642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Methodology</a:t>
          </a:r>
          <a:endParaRPr lang="en-US"/>
        </a:p>
      </dgm:t>
    </dgm:pt>
    <dgm:pt modelId="{ED091942-C61E-43A8-B62F-66F2CEEF23AA}" type="parTrans" cxnId="{5352DDF7-BDD1-4BAD-9606-B13358D6DC7A}">
      <dgm:prSet/>
      <dgm:spPr/>
      <dgm:t>
        <a:bodyPr/>
        <a:lstStyle/>
        <a:p>
          <a:endParaRPr lang="en-US"/>
        </a:p>
      </dgm:t>
    </dgm:pt>
    <dgm:pt modelId="{568EF355-70E4-4123-AD23-DD3FE187B1A6}" type="sibTrans" cxnId="{5352DDF7-BDD1-4BAD-9606-B13358D6DC7A}">
      <dgm:prSet/>
      <dgm:spPr/>
      <dgm:t>
        <a:bodyPr/>
        <a:lstStyle/>
        <a:p>
          <a:endParaRPr lang="en-US"/>
        </a:p>
      </dgm:t>
    </dgm:pt>
    <dgm:pt modelId="{BE7FF979-15F1-406F-858E-65E0401FE3A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Results </a:t>
          </a:r>
          <a:endParaRPr lang="en-US"/>
        </a:p>
      </dgm:t>
    </dgm:pt>
    <dgm:pt modelId="{6E9EE4E2-6874-4354-B26E-0E7587240421}" type="parTrans" cxnId="{03759F7E-20A8-4C4F-865A-1B864686AD62}">
      <dgm:prSet/>
      <dgm:spPr/>
      <dgm:t>
        <a:bodyPr/>
        <a:lstStyle/>
        <a:p>
          <a:endParaRPr lang="en-US"/>
        </a:p>
      </dgm:t>
    </dgm:pt>
    <dgm:pt modelId="{C01022A0-E016-490B-9803-FA9BFE2514E9}" type="sibTrans" cxnId="{03759F7E-20A8-4C4F-865A-1B864686AD62}">
      <dgm:prSet/>
      <dgm:spPr/>
      <dgm:t>
        <a:bodyPr/>
        <a:lstStyle/>
        <a:p>
          <a:endParaRPr lang="en-US"/>
        </a:p>
      </dgm:t>
    </dgm:pt>
    <dgm:pt modelId="{6C75E998-2C8C-4C9E-9F3A-53DDFE2B2E0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Conclusion</a:t>
          </a:r>
          <a:endParaRPr lang="en-US"/>
        </a:p>
      </dgm:t>
    </dgm:pt>
    <dgm:pt modelId="{1A1ADF05-FEAA-4163-A6D4-8E27419306AB}" type="parTrans" cxnId="{5FE15D43-BB3F-4841-B697-739C9298A469}">
      <dgm:prSet/>
      <dgm:spPr/>
      <dgm:t>
        <a:bodyPr/>
        <a:lstStyle/>
        <a:p>
          <a:endParaRPr lang="en-US"/>
        </a:p>
      </dgm:t>
    </dgm:pt>
    <dgm:pt modelId="{9824C8AC-E566-4011-BB78-F0958621D203}" type="sibTrans" cxnId="{5FE15D43-BB3F-4841-B697-739C9298A469}">
      <dgm:prSet/>
      <dgm:spPr/>
      <dgm:t>
        <a:bodyPr/>
        <a:lstStyle/>
        <a:p>
          <a:endParaRPr lang="en-US"/>
        </a:p>
      </dgm:t>
    </dgm:pt>
    <dgm:pt modelId="{CA1C00AE-8F23-429B-9180-972F5E0CEB28}" type="pres">
      <dgm:prSet presAssocID="{154B1801-009B-4AE2-BDC9-0D107DD70139}" presName="root" presStyleCnt="0">
        <dgm:presLayoutVars>
          <dgm:dir/>
          <dgm:resizeHandles val="exact"/>
        </dgm:presLayoutVars>
      </dgm:prSet>
      <dgm:spPr/>
    </dgm:pt>
    <dgm:pt modelId="{D75E80BF-50E8-459F-8899-96AB60237D9C}" type="pres">
      <dgm:prSet presAssocID="{21120A0F-58C7-483B-A95F-E9A9CFA06545}" presName="compNode" presStyleCnt="0"/>
      <dgm:spPr/>
    </dgm:pt>
    <dgm:pt modelId="{EE78C599-EE25-4A86-878A-E4EE2B24F202}" type="pres">
      <dgm:prSet presAssocID="{21120A0F-58C7-483B-A95F-E9A9CFA0654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lge"/>
        </a:ext>
      </dgm:extLst>
    </dgm:pt>
    <dgm:pt modelId="{9CED3AAA-C8B7-483A-A2A1-E41F13010840}" type="pres">
      <dgm:prSet presAssocID="{21120A0F-58C7-483B-A95F-E9A9CFA06545}" presName="spaceRect" presStyleCnt="0"/>
      <dgm:spPr/>
    </dgm:pt>
    <dgm:pt modelId="{736BC368-1704-41C8-AEB4-628C58C67470}" type="pres">
      <dgm:prSet presAssocID="{21120A0F-58C7-483B-A95F-E9A9CFA06545}" presName="textRect" presStyleLbl="revTx" presStyleIdx="0" presStyleCnt="4">
        <dgm:presLayoutVars>
          <dgm:chMax val="1"/>
          <dgm:chPref val="1"/>
        </dgm:presLayoutVars>
      </dgm:prSet>
      <dgm:spPr/>
    </dgm:pt>
    <dgm:pt modelId="{6DE5B15C-2488-403C-A68A-F61E07C05666}" type="pres">
      <dgm:prSet presAssocID="{1C8362FB-0BD3-4FAC-B73D-53829EC0B46B}" presName="sibTrans" presStyleCnt="0"/>
      <dgm:spPr/>
    </dgm:pt>
    <dgm:pt modelId="{C21CC5F9-F906-4EBA-8113-38628EC64D50}" type="pres">
      <dgm:prSet presAssocID="{B589F9EA-FF2E-4FCB-9F52-EAD7DF846428}" presName="compNode" presStyleCnt="0"/>
      <dgm:spPr/>
    </dgm:pt>
    <dgm:pt modelId="{47CA9DC6-3535-4979-898F-CE5C3E19B832}" type="pres">
      <dgm:prSet presAssocID="{B589F9EA-FF2E-4FCB-9F52-EAD7DF84642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AB68D79-99BD-4F06-9D7D-EBEC7030BE55}" type="pres">
      <dgm:prSet presAssocID="{B589F9EA-FF2E-4FCB-9F52-EAD7DF846428}" presName="spaceRect" presStyleCnt="0"/>
      <dgm:spPr/>
    </dgm:pt>
    <dgm:pt modelId="{D4A72410-458A-445B-8025-1AABDFFA6A82}" type="pres">
      <dgm:prSet presAssocID="{B589F9EA-FF2E-4FCB-9F52-EAD7DF846428}" presName="textRect" presStyleLbl="revTx" presStyleIdx="1" presStyleCnt="4">
        <dgm:presLayoutVars>
          <dgm:chMax val="1"/>
          <dgm:chPref val="1"/>
        </dgm:presLayoutVars>
      </dgm:prSet>
      <dgm:spPr/>
    </dgm:pt>
    <dgm:pt modelId="{68524640-5972-42D1-9878-2C623EC9E8D9}" type="pres">
      <dgm:prSet presAssocID="{568EF355-70E4-4123-AD23-DD3FE187B1A6}" presName="sibTrans" presStyleCnt="0"/>
      <dgm:spPr/>
    </dgm:pt>
    <dgm:pt modelId="{60DC3BC7-9E8D-4928-B39A-A0BA63D0EA1E}" type="pres">
      <dgm:prSet presAssocID="{BE7FF979-15F1-406F-858E-65E0401FE3A5}" presName="compNode" presStyleCnt="0"/>
      <dgm:spPr/>
    </dgm:pt>
    <dgm:pt modelId="{1D9B260B-2276-49F1-BA57-ED65BE585119}" type="pres">
      <dgm:prSet presAssocID="{BE7FF979-15F1-406F-858E-65E0401FE3A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nay işareti"/>
        </a:ext>
      </dgm:extLst>
    </dgm:pt>
    <dgm:pt modelId="{5E92AEC7-1C16-4D0F-9710-DDAB9CA94E64}" type="pres">
      <dgm:prSet presAssocID="{BE7FF979-15F1-406F-858E-65E0401FE3A5}" presName="spaceRect" presStyleCnt="0"/>
      <dgm:spPr/>
    </dgm:pt>
    <dgm:pt modelId="{6E641B9B-F614-488F-845B-6BD69ABC7C92}" type="pres">
      <dgm:prSet presAssocID="{BE7FF979-15F1-406F-858E-65E0401FE3A5}" presName="textRect" presStyleLbl="revTx" presStyleIdx="2" presStyleCnt="4">
        <dgm:presLayoutVars>
          <dgm:chMax val="1"/>
          <dgm:chPref val="1"/>
        </dgm:presLayoutVars>
      </dgm:prSet>
      <dgm:spPr/>
    </dgm:pt>
    <dgm:pt modelId="{6C3A73F5-431F-4E90-A6A2-31D7B141A438}" type="pres">
      <dgm:prSet presAssocID="{C01022A0-E016-490B-9803-FA9BFE2514E9}" presName="sibTrans" presStyleCnt="0"/>
      <dgm:spPr/>
    </dgm:pt>
    <dgm:pt modelId="{F9A10176-5D7A-4729-BEAF-6A663739D0BF}" type="pres">
      <dgm:prSet presAssocID="{6C75E998-2C8C-4C9E-9F3A-53DDFE2B2E03}" presName="compNode" presStyleCnt="0"/>
      <dgm:spPr/>
    </dgm:pt>
    <dgm:pt modelId="{0A45E88F-11FA-4F16-BE04-589FCDE43F58}" type="pres">
      <dgm:prSet presAssocID="{6C75E998-2C8C-4C9E-9F3A-53DDFE2B2E0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kmak"/>
        </a:ext>
      </dgm:extLst>
    </dgm:pt>
    <dgm:pt modelId="{8A6A5234-FB24-40CC-9302-3D06DE5B6F7D}" type="pres">
      <dgm:prSet presAssocID="{6C75E998-2C8C-4C9E-9F3A-53DDFE2B2E03}" presName="spaceRect" presStyleCnt="0"/>
      <dgm:spPr/>
    </dgm:pt>
    <dgm:pt modelId="{5917EFED-7209-47F8-B291-8E4838894224}" type="pres">
      <dgm:prSet presAssocID="{6C75E998-2C8C-4C9E-9F3A-53DDFE2B2E0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6CFE60D-46C2-412A-BFC1-698B08BB908D}" srcId="{154B1801-009B-4AE2-BDC9-0D107DD70139}" destId="{21120A0F-58C7-483B-A95F-E9A9CFA06545}" srcOrd="0" destOrd="0" parTransId="{EF2AAC1E-FD0E-40C2-A55C-6AF690067B62}" sibTransId="{1C8362FB-0BD3-4FAC-B73D-53829EC0B46B}"/>
    <dgm:cxn modelId="{56593439-4C42-496B-B097-DD39675D7255}" type="presOf" srcId="{6C75E998-2C8C-4C9E-9F3A-53DDFE2B2E03}" destId="{5917EFED-7209-47F8-B291-8E4838894224}" srcOrd="0" destOrd="0" presId="urn:microsoft.com/office/officeart/2018/2/layout/IconLabelList#14"/>
    <dgm:cxn modelId="{5FE15D43-BB3F-4841-B697-739C9298A469}" srcId="{154B1801-009B-4AE2-BDC9-0D107DD70139}" destId="{6C75E998-2C8C-4C9E-9F3A-53DDFE2B2E03}" srcOrd="3" destOrd="0" parTransId="{1A1ADF05-FEAA-4163-A6D4-8E27419306AB}" sibTransId="{9824C8AC-E566-4011-BB78-F0958621D203}"/>
    <dgm:cxn modelId="{4168D26B-00EB-4C89-A96A-99E1384A025B}" type="presOf" srcId="{154B1801-009B-4AE2-BDC9-0D107DD70139}" destId="{CA1C00AE-8F23-429B-9180-972F5E0CEB28}" srcOrd="0" destOrd="0" presId="urn:microsoft.com/office/officeart/2018/2/layout/IconLabelList#14"/>
    <dgm:cxn modelId="{03759F7E-20A8-4C4F-865A-1B864686AD62}" srcId="{154B1801-009B-4AE2-BDC9-0D107DD70139}" destId="{BE7FF979-15F1-406F-858E-65E0401FE3A5}" srcOrd="2" destOrd="0" parTransId="{6E9EE4E2-6874-4354-B26E-0E7587240421}" sibTransId="{C01022A0-E016-490B-9803-FA9BFE2514E9}"/>
    <dgm:cxn modelId="{44501489-E81A-4E6A-BACD-DF0F4F77382F}" type="presOf" srcId="{BE7FF979-15F1-406F-858E-65E0401FE3A5}" destId="{6E641B9B-F614-488F-845B-6BD69ABC7C92}" srcOrd="0" destOrd="0" presId="urn:microsoft.com/office/officeart/2018/2/layout/IconLabelList#14"/>
    <dgm:cxn modelId="{63778BB3-6A28-4EED-B6A7-690EBF9AAAB3}" type="presOf" srcId="{B589F9EA-FF2E-4FCB-9F52-EAD7DF846428}" destId="{D4A72410-458A-445B-8025-1AABDFFA6A82}" srcOrd="0" destOrd="0" presId="urn:microsoft.com/office/officeart/2018/2/layout/IconLabelList#14"/>
    <dgm:cxn modelId="{677B4FB8-E5CA-469A-A218-A6D5261B7ED0}" type="presOf" srcId="{21120A0F-58C7-483B-A95F-E9A9CFA06545}" destId="{736BC368-1704-41C8-AEB4-628C58C67470}" srcOrd="0" destOrd="0" presId="urn:microsoft.com/office/officeart/2018/2/layout/IconLabelList#14"/>
    <dgm:cxn modelId="{5352DDF7-BDD1-4BAD-9606-B13358D6DC7A}" srcId="{154B1801-009B-4AE2-BDC9-0D107DD70139}" destId="{B589F9EA-FF2E-4FCB-9F52-EAD7DF846428}" srcOrd="1" destOrd="0" parTransId="{ED091942-C61E-43A8-B62F-66F2CEEF23AA}" sibTransId="{568EF355-70E4-4123-AD23-DD3FE187B1A6}"/>
    <dgm:cxn modelId="{1159666B-F62B-4B9E-8F65-A946EA3C7661}" type="presParOf" srcId="{CA1C00AE-8F23-429B-9180-972F5E0CEB28}" destId="{D75E80BF-50E8-459F-8899-96AB60237D9C}" srcOrd="0" destOrd="0" presId="urn:microsoft.com/office/officeart/2018/2/layout/IconLabelList#14"/>
    <dgm:cxn modelId="{1105BA75-26AE-4A55-A49D-9E24AFFC5D06}" type="presParOf" srcId="{D75E80BF-50E8-459F-8899-96AB60237D9C}" destId="{EE78C599-EE25-4A86-878A-E4EE2B24F202}" srcOrd="0" destOrd="0" presId="urn:microsoft.com/office/officeart/2018/2/layout/IconLabelList#14"/>
    <dgm:cxn modelId="{188B83B7-762B-4B88-AC05-1D5F170D3E23}" type="presParOf" srcId="{D75E80BF-50E8-459F-8899-96AB60237D9C}" destId="{9CED3AAA-C8B7-483A-A2A1-E41F13010840}" srcOrd="1" destOrd="0" presId="urn:microsoft.com/office/officeart/2018/2/layout/IconLabelList#14"/>
    <dgm:cxn modelId="{4315EB3E-C9A5-4A36-9A41-3C2EBA5FD865}" type="presParOf" srcId="{D75E80BF-50E8-459F-8899-96AB60237D9C}" destId="{736BC368-1704-41C8-AEB4-628C58C67470}" srcOrd="2" destOrd="0" presId="urn:microsoft.com/office/officeart/2018/2/layout/IconLabelList#14"/>
    <dgm:cxn modelId="{36FAF608-98E2-4B05-B81A-C384F4B6F353}" type="presParOf" srcId="{CA1C00AE-8F23-429B-9180-972F5E0CEB28}" destId="{6DE5B15C-2488-403C-A68A-F61E07C05666}" srcOrd="1" destOrd="0" presId="urn:microsoft.com/office/officeart/2018/2/layout/IconLabelList#14"/>
    <dgm:cxn modelId="{B2FADE76-2A17-4104-8C09-8CD59CBBCE2E}" type="presParOf" srcId="{CA1C00AE-8F23-429B-9180-972F5E0CEB28}" destId="{C21CC5F9-F906-4EBA-8113-38628EC64D50}" srcOrd="2" destOrd="0" presId="urn:microsoft.com/office/officeart/2018/2/layout/IconLabelList#14"/>
    <dgm:cxn modelId="{B870F873-F7FB-4EC0-ADAA-659064A96003}" type="presParOf" srcId="{C21CC5F9-F906-4EBA-8113-38628EC64D50}" destId="{47CA9DC6-3535-4979-898F-CE5C3E19B832}" srcOrd="0" destOrd="0" presId="urn:microsoft.com/office/officeart/2018/2/layout/IconLabelList#14"/>
    <dgm:cxn modelId="{484154DE-3192-40CE-9D09-215BF036E753}" type="presParOf" srcId="{C21CC5F9-F906-4EBA-8113-38628EC64D50}" destId="{DAB68D79-99BD-4F06-9D7D-EBEC7030BE55}" srcOrd="1" destOrd="0" presId="urn:microsoft.com/office/officeart/2018/2/layout/IconLabelList#14"/>
    <dgm:cxn modelId="{775D7AEA-55AA-4011-A371-C5CD74D3D4E6}" type="presParOf" srcId="{C21CC5F9-F906-4EBA-8113-38628EC64D50}" destId="{D4A72410-458A-445B-8025-1AABDFFA6A82}" srcOrd="2" destOrd="0" presId="urn:microsoft.com/office/officeart/2018/2/layout/IconLabelList#14"/>
    <dgm:cxn modelId="{0CD8383C-3BDA-4D7F-9197-3963950552E6}" type="presParOf" srcId="{CA1C00AE-8F23-429B-9180-972F5E0CEB28}" destId="{68524640-5972-42D1-9878-2C623EC9E8D9}" srcOrd="3" destOrd="0" presId="urn:microsoft.com/office/officeart/2018/2/layout/IconLabelList#14"/>
    <dgm:cxn modelId="{B7A19348-6E8B-4B0A-9405-A6834E724207}" type="presParOf" srcId="{CA1C00AE-8F23-429B-9180-972F5E0CEB28}" destId="{60DC3BC7-9E8D-4928-B39A-A0BA63D0EA1E}" srcOrd="4" destOrd="0" presId="urn:microsoft.com/office/officeart/2018/2/layout/IconLabelList#14"/>
    <dgm:cxn modelId="{47CF728E-E51A-40D1-BAB3-4DDAFAC67CF8}" type="presParOf" srcId="{60DC3BC7-9E8D-4928-B39A-A0BA63D0EA1E}" destId="{1D9B260B-2276-49F1-BA57-ED65BE585119}" srcOrd="0" destOrd="0" presId="urn:microsoft.com/office/officeart/2018/2/layout/IconLabelList#14"/>
    <dgm:cxn modelId="{64A58B54-5E5C-4CF4-8298-C096795E8FFF}" type="presParOf" srcId="{60DC3BC7-9E8D-4928-B39A-A0BA63D0EA1E}" destId="{5E92AEC7-1C16-4D0F-9710-DDAB9CA94E64}" srcOrd="1" destOrd="0" presId="urn:microsoft.com/office/officeart/2018/2/layout/IconLabelList#14"/>
    <dgm:cxn modelId="{52C92E66-3F30-4C82-B718-A8D4E8DE2923}" type="presParOf" srcId="{60DC3BC7-9E8D-4928-B39A-A0BA63D0EA1E}" destId="{6E641B9B-F614-488F-845B-6BD69ABC7C92}" srcOrd="2" destOrd="0" presId="urn:microsoft.com/office/officeart/2018/2/layout/IconLabelList#14"/>
    <dgm:cxn modelId="{FC36B0AF-C63B-4596-B8FD-DC721A02C4C4}" type="presParOf" srcId="{CA1C00AE-8F23-429B-9180-972F5E0CEB28}" destId="{6C3A73F5-431F-4E90-A6A2-31D7B141A438}" srcOrd="5" destOrd="0" presId="urn:microsoft.com/office/officeart/2018/2/layout/IconLabelList#14"/>
    <dgm:cxn modelId="{A35E2B97-2598-47E7-B54A-883DA32DEDE1}" type="presParOf" srcId="{CA1C00AE-8F23-429B-9180-972F5E0CEB28}" destId="{F9A10176-5D7A-4729-BEAF-6A663739D0BF}" srcOrd="6" destOrd="0" presId="urn:microsoft.com/office/officeart/2018/2/layout/IconLabelList#14"/>
    <dgm:cxn modelId="{3BEF5B45-8098-4439-9F7C-1AC8EEC2A549}" type="presParOf" srcId="{F9A10176-5D7A-4729-BEAF-6A663739D0BF}" destId="{0A45E88F-11FA-4F16-BE04-589FCDE43F58}" srcOrd="0" destOrd="0" presId="urn:microsoft.com/office/officeart/2018/2/layout/IconLabelList#14"/>
    <dgm:cxn modelId="{BFB01394-62A1-42C7-91D0-E1C9BAE3B671}" type="presParOf" srcId="{F9A10176-5D7A-4729-BEAF-6A663739D0BF}" destId="{8A6A5234-FB24-40CC-9302-3D06DE5B6F7D}" srcOrd="1" destOrd="0" presId="urn:microsoft.com/office/officeart/2018/2/layout/IconLabelList#14"/>
    <dgm:cxn modelId="{4B196BFC-CB7C-4A79-9813-1B6769E6AC0D}" type="presParOf" srcId="{F9A10176-5D7A-4729-BEAF-6A663739D0BF}" destId="{5917EFED-7209-47F8-B291-8E4838894224}" srcOrd="2" destOrd="0" presId="urn:microsoft.com/office/officeart/2018/2/layout/IconLabelList#1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BF32A4-0D89-4E6A-B11A-1C636416E2AE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3005FAF-DE48-43AE-962C-602B48641252}">
      <dgm:prSet/>
      <dgm:spPr/>
      <dgm:t>
        <a:bodyPr/>
        <a:lstStyle/>
        <a:p>
          <a:r>
            <a:rPr lang="tr-TR"/>
            <a:t>Augmentation Version mAP50 all is 86.6% model successfully detect ships.</a:t>
          </a:r>
          <a:endParaRPr lang="en-US"/>
        </a:p>
      </dgm:t>
    </dgm:pt>
    <dgm:pt modelId="{CA421C95-CE94-4550-B323-E32CD4FD239C}" type="parTrans" cxnId="{91413C15-53B8-4EC5-A163-D7A0CBC01B7A}">
      <dgm:prSet/>
      <dgm:spPr/>
      <dgm:t>
        <a:bodyPr/>
        <a:lstStyle/>
        <a:p>
          <a:endParaRPr lang="en-US"/>
        </a:p>
      </dgm:t>
    </dgm:pt>
    <dgm:pt modelId="{A39FA157-B7CC-4DFE-B53B-9230E461B536}" type="sibTrans" cxnId="{91413C15-53B8-4EC5-A163-D7A0CBC01B7A}">
      <dgm:prSet/>
      <dgm:spPr/>
      <dgm:t>
        <a:bodyPr/>
        <a:lstStyle/>
        <a:p>
          <a:endParaRPr lang="en-US"/>
        </a:p>
      </dgm:t>
    </dgm:pt>
    <dgm:pt modelId="{DE4FA415-45E9-4F41-924A-501A91383DE0}">
      <dgm:prSet/>
      <dgm:spPr/>
      <dgm:t>
        <a:bodyPr/>
        <a:lstStyle/>
        <a:p>
          <a:r>
            <a:rPr lang="tr-TR"/>
            <a:t>Carrier and Roro class achieved most high confidence scores.</a:t>
          </a:r>
          <a:endParaRPr lang="en-US"/>
        </a:p>
      </dgm:t>
    </dgm:pt>
    <dgm:pt modelId="{20B7A969-65C0-48B9-B7AC-7579E976E25E}" type="parTrans" cxnId="{A05750EA-F6EE-4D79-8E2A-9D83A7909021}">
      <dgm:prSet/>
      <dgm:spPr/>
      <dgm:t>
        <a:bodyPr/>
        <a:lstStyle/>
        <a:p>
          <a:endParaRPr lang="en-US"/>
        </a:p>
      </dgm:t>
    </dgm:pt>
    <dgm:pt modelId="{C213370D-4AD6-419A-BEC7-24EFF25BED22}" type="sibTrans" cxnId="{A05750EA-F6EE-4D79-8E2A-9D83A7909021}">
      <dgm:prSet/>
      <dgm:spPr/>
      <dgm:t>
        <a:bodyPr/>
        <a:lstStyle/>
        <a:p>
          <a:endParaRPr lang="en-US"/>
        </a:p>
      </dgm:t>
    </dgm:pt>
    <dgm:pt modelId="{DBC5154E-0792-482C-A199-86F9805D6F22}">
      <dgm:prSet/>
      <dgm:spPr/>
      <dgm:t>
        <a:bodyPr/>
        <a:lstStyle/>
        <a:p>
          <a:r>
            <a:rPr lang="tr-TR"/>
            <a:t>Model collapse in mAP50 Tanker.</a:t>
          </a:r>
          <a:endParaRPr lang="en-US"/>
        </a:p>
      </dgm:t>
    </dgm:pt>
    <dgm:pt modelId="{3AF65960-5397-42D2-A85B-3C6B18CE64E2}" type="parTrans" cxnId="{7C6F0EC6-9FC3-4955-B143-48F9E8B5ACA9}">
      <dgm:prSet/>
      <dgm:spPr/>
      <dgm:t>
        <a:bodyPr/>
        <a:lstStyle/>
        <a:p>
          <a:endParaRPr lang="en-US"/>
        </a:p>
      </dgm:t>
    </dgm:pt>
    <dgm:pt modelId="{4B72373B-9159-42A7-9471-E56FEABD01D9}" type="sibTrans" cxnId="{7C6F0EC6-9FC3-4955-B143-48F9E8B5ACA9}">
      <dgm:prSet/>
      <dgm:spPr/>
      <dgm:t>
        <a:bodyPr/>
        <a:lstStyle/>
        <a:p>
          <a:endParaRPr lang="en-US"/>
        </a:p>
      </dgm:t>
    </dgm:pt>
    <dgm:pt modelId="{D5F82AB5-39ED-47D8-9420-40A713C21AF9}">
      <dgm:prSet/>
      <dgm:spPr/>
      <dgm:t>
        <a:bodyPr/>
        <a:lstStyle/>
        <a:p>
          <a:r>
            <a:rPr lang="tr-TR"/>
            <a:t>Performance Decrease happened when augmentation steps done. mAP scores decreased from 90.6% to 86.6%.</a:t>
          </a:r>
          <a:endParaRPr lang="en-US"/>
        </a:p>
      </dgm:t>
    </dgm:pt>
    <dgm:pt modelId="{7CAA3B6C-30D4-4718-8C80-328F501164C6}" type="parTrans" cxnId="{FB61F3E2-6BE2-4948-9D76-265515966EAC}">
      <dgm:prSet/>
      <dgm:spPr/>
      <dgm:t>
        <a:bodyPr/>
        <a:lstStyle/>
        <a:p>
          <a:endParaRPr lang="en-US"/>
        </a:p>
      </dgm:t>
    </dgm:pt>
    <dgm:pt modelId="{182E1767-EAC1-4F05-9086-9EE520045C84}" type="sibTrans" cxnId="{FB61F3E2-6BE2-4948-9D76-265515966EAC}">
      <dgm:prSet/>
      <dgm:spPr/>
      <dgm:t>
        <a:bodyPr/>
        <a:lstStyle/>
        <a:p>
          <a:endParaRPr lang="en-US"/>
        </a:p>
      </dgm:t>
    </dgm:pt>
    <dgm:pt modelId="{A51D8A52-7A0F-4211-A839-5A4D94300E8A}" type="pres">
      <dgm:prSet presAssocID="{21BF32A4-0D89-4E6A-B11A-1C636416E2AE}" presName="vert0" presStyleCnt="0">
        <dgm:presLayoutVars>
          <dgm:dir/>
          <dgm:animOne val="branch"/>
          <dgm:animLvl val="lvl"/>
        </dgm:presLayoutVars>
      </dgm:prSet>
      <dgm:spPr/>
    </dgm:pt>
    <dgm:pt modelId="{639C0529-4DB4-466C-9754-95DEF70454B8}" type="pres">
      <dgm:prSet presAssocID="{23005FAF-DE48-43AE-962C-602B48641252}" presName="thickLine" presStyleLbl="alignNode1" presStyleIdx="0" presStyleCnt="4"/>
      <dgm:spPr/>
    </dgm:pt>
    <dgm:pt modelId="{B25513F7-46F6-4D08-9A87-4144E74D827F}" type="pres">
      <dgm:prSet presAssocID="{23005FAF-DE48-43AE-962C-602B48641252}" presName="horz1" presStyleCnt="0"/>
      <dgm:spPr/>
    </dgm:pt>
    <dgm:pt modelId="{8A14ECCC-750C-417F-8888-803A348D1BEB}" type="pres">
      <dgm:prSet presAssocID="{23005FAF-DE48-43AE-962C-602B48641252}" presName="tx1" presStyleLbl="revTx" presStyleIdx="0" presStyleCnt="4"/>
      <dgm:spPr/>
    </dgm:pt>
    <dgm:pt modelId="{C2DAE34C-9A07-42B6-B163-FE52108B66D2}" type="pres">
      <dgm:prSet presAssocID="{23005FAF-DE48-43AE-962C-602B48641252}" presName="vert1" presStyleCnt="0"/>
      <dgm:spPr/>
    </dgm:pt>
    <dgm:pt modelId="{75FA5D8B-6918-43ED-ACAE-86E0114411B7}" type="pres">
      <dgm:prSet presAssocID="{DE4FA415-45E9-4F41-924A-501A91383DE0}" presName="thickLine" presStyleLbl="alignNode1" presStyleIdx="1" presStyleCnt="4"/>
      <dgm:spPr/>
    </dgm:pt>
    <dgm:pt modelId="{5C9DCF01-ACC4-4B27-A9F7-2A03DDF2AF21}" type="pres">
      <dgm:prSet presAssocID="{DE4FA415-45E9-4F41-924A-501A91383DE0}" presName="horz1" presStyleCnt="0"/>
      <dgm:spPr/>
    </dgm:pt>
    <dgm:pt modelId="{A6E5C461-F173-43F0-8CE3-D26B81D83768}" type="pres">
      <dgm:prSet presAssocID="{DE4FA415-45E9-4F41-924A-501A91383DE0}" presName="tx1" presStyleLbl="revTx" presStyleIdx="1" presStyleCnt="4"/>
      <dgm:spPr/>
    </dgm:pt>
    <dgm:pt modelId="{C11C067B-8EED-4887-A8CF-57486919DE10}" type="pres">
      <dgm:prSet presAssocID="{DE4FA415-45E9-4F41-924A-501A91383DE0}" presName="vert1" presStyleCnt="0"/>
      <dgm:spPr/>
    </dgm:pt>
    <dgm:pt modelId="{EB32742B-7428-4BC8-9F5D-2ADA4CDCD2B1}" type="pres">
      <dgm:prSet presAssocID="{DBC5154E-0792-482C-A199-86F9805D6F22}" presName="thickLine" presStyleLbl="alignNode1" presStyleIdx="2" presStyleCnt="4"/>
      <dgm:spPr/>
    </dgm:pt>
    <dgm:pt modelId="{E0CA5EDC-58E4-4167-A106-8A4404E9D007}" type="pres">
      <dgm:prSet presAssocID="{DBC5154E-0792-482C-A199-86F9805D6F22}" presName="horz1" presStyleCnt="0"/>
      <dgm:spPr/>
    </dgm:pt>
    <dgm:pt modelId="{56ABA2BD-6CAF-44EE-AB3E-28C76FF849C1}" type="pres">
      <dgm:prSet presAssocID="{DBC5154E-0792-482C-A199-86F9805D6F22}" presName="tx1" presStyleLbl="revTx" presStyleIdx="2" presStyleCnt="4"/>
      <dgm:spPr/>
    </dgm:pt>
    <dgm:pt modelId="{D1559D39-8A5C-4C68-A718-DAB7EA7C822D}" type="pres">
      <dgm:prSet presAssocID="{DBC5154E-0792-482C-A199-86F9805D6F22}" presName="vert1" presStyleCnt="0"/>
      <dgm:spPr/>
    </dgm:pt>
    <dgm:pt modelId="{D54307BA-28B4-4863-977B-FDA3B9CDBC54}" type="pres">
      <dgm:prSet presAssocID="{D5F82AB5-39ED-47D8-9420-40A713C21AF9}" presName="thickLine" presStyleLbl="alignNode1" presStyleIdx="3" presStyleCnt="4"/>
      <dgm:spPr/>
    </dgm:pt>
    <dgm:pt modelId="{C10BF2E9-E4F7-4A9E-A9CF-7E2E3D82D550}" type="pres">
      <dgm:prSet presAssocID="{D5F82AB5-39ED-47D8-9420-40A713C21AF9}" presName="horz1" presStyleCnt="0"/>
      <dgm:spPr/>
    </dgm:pt>
    <dgm:pt modelId="{E4EA91C1-BF19-4052-A71F-F925489F60E9}" type="pres">
      <dgm:prSet presAssocID="{D5F82AB5-39ED-47D8-9420-40A713C21AF9}" presName="tx1" presStyleLbl="revTx" presStyleIdx="3" presStyleCnt="4"/>
      <dgm:spPr/>
    </dgm:pt>
    <dgm:pt modelId="{348CE7B6-72E7-473D-A548-CD876B8FE1D6}" type="pres">
      <dgm:prSet presAssocID="{D5F82AB5-39ED-47D8-9420-40A713C21AF9}" presName="vert1" presStyleCnt="0"/>
      <dgm:spPr/>
    </dgm:pt>
  </dgm:ptLst>
  <dgm:cxnLst>
    <dgm:cxn modelId="{91413C15-53B8-4EC5-A163-D7A0CBC01B7A}" srcId="{21BF32A4-0D89-4E6A-B11A-1C636416E2AE}" destId="{23005FAF-DE48-43AE-962C-602B48641252}" srcOrd="0" destOrd="0" parTransId="{CA421C95-CE94-4550-B323-E32CD4FD239C}" sibTransId="{A39FA157-B7CC-4DFE-B53B-9230E461B536}"/>
    <dgm:cxn modelId="{B2046A95-9DAA-469D-9433-5E0CBB7FF642}" type="presOf" srcId="{23005FAF-DE48-43AE-962C-602B48641252}" destId="{8A14ECCC-750C-417F-8888-803A348D1BEB}" srcOrd="0" destOrd="0" presId="urn:microsoft.com/office/officeart/2008/layout/LinedList"/>
    <dgm:cxn modelId="{EB00FC9B-50E1-40AF-98F3-9FC29E6E9736}" type="presOf" srcId="{21BF32A4-0D89-4E6A-B11A-1C636416E2AE}" destId="{A51D8A52-7A0F-4211-A839-5A4D94300E8A}" srcOrd="0" destOrd="0" presId="urn:microsoft.com/office/officeart/2008/layout/LinedList"/>
    <dgm:cxn modelId="{B7F89EAC-0ADB-4A22-8F46-ED7F58AA61B1}" type="presOf" srcId="{D5F82AB5-39ED-47D8-9420-40A713C21AF9}" destId="{E4EA91C1-BF19-4052-A71F-F925489F60E9}" srcOrd="0" destOrd="0" presId="urn:microsoft.com/office/officeart/2008/layout/LinedList"/>
    <dgm:cxn modelId="{CC0D0CBC-B6B9-4F3D-8A49-F96471FF554E}" type="presOf" srcId="{DBC5154E-0792-482C-A199-86F9805D6F22}" destId="{56ABA2BD-6CAF-44EE-AB3E-28C76FF849C1}" srcOrd="0" destOrd="0" presId="urn:microsoft.com/office/officeart/2008/layout/LinedList"/>
    <dgm:cxn modelId="{7C6F0EC6-9FC3-4955-B143-48F9E8B5ACA9}" srcId="{21BF32A4-0D89-4E6A-B11A-1C636416E2AE}" destId="{DBC5154E-0792-482C-A199-86F9805D6F22}" srcOrd="2" destOrd="0" parTransId="{3AF65960-5397-42D2-A85B-3C6B18CE64E2}" sibTransId="{4B72373B-9159-42A7-9471-E56FEABD01D9}"/>
    <dgm:cxn modelId="{FB61F3E2-6BE2-4948-9D76-265515966EAC}" srcId="{21BF32A4-0D89-4E6A-B11A-1C636416E2AE}" destId="{D5F82AB5-39ED-47D8-9420-40A713C21AF9}" srcOrd="3" destOrd="0" parTransId="{7CAA3B6C-30D4-4718-8C80-328F501164C6}" sibTransId="{182E1767-EAC1-4F05-9086-9EE520045C84}"/>
    <dgm:cxn modelId="{52B211E6-27FE-4212-9870-E93D9F0DB99B}" type="presOf" srcId="{DE4FA415-45E9-4F41-924A-501A91383DE0}" destId="{A6E5C461-F173-43F0-8CE3-D26B81D83768}" srcOrd="0" destOrd="0" presId="urn:microsoft.com/office/officeart/2008/layout/LinedList"/>
    <dgm:cxn modelId="{A05750EA-F6EE-4D79-8E2A-9D83A7909021}" srcId="{21BF32A4-0D89-4E6A-B11A-1C636416E2AE}" destId="{DE4FA415-45E9-4F41-924A-501A91383DE0}" srcOrd="1" destOrd="0" parTransId="{20B7A969-65C0-48B9-B7AC-7579E976E25E}" sibTransId="{C213370D-4AD6-419A-BEC7-24EFF25BED22}"/>
    <dgm:cxn modelId="{5ACEC190-3BE3-4E49-A512-133A488ECF4F}" type="presParOf" srcId="{A51D8A52-7A0F-4211-A839-5A4D94300E8A}" destId="{639C0529-4DB4-466C-9754-95DEF70454B8}" srcOrd="0" destOrd="0" presId="urn:microsoft.com/office/officeart/2008/layout/LinedList"/>
    <dgm:cxn modelId="{77795A6A-141D-4266-9A22-D9F8F03EB90F}" type="presParOf" srcId="{A51D8A52-7A0F-4211-A839-5A4D94300E8A}" destId="{B25513F7-46F6-4D08-9A87-4144E74D827F}" srcOrd="1" destOrd="0" presId="urn:microsoft.com/office/officeart/2008/layout/LinedList"/>
    <dgm:cxn modelId="{D58194A9-1A3F-4618-AB41-9BBA0B2953FC}" type="presParOf" srcId="{B25513F7-46F6-4D08-9A87-4144E74D827F}" destId="{8A14ECCC-750C-417F-8888-803A348D1BEB}" srcOrd="0" destOrd="0" presId="urn:microsoft.com/office/officeart/2008/layout/LinedList"/>
    <dgm:cxn modelId="{33A2B2E7-C3E3-4016-B280-F0440AD82D90}" type="presParOf" srcId="{B25513F7-46F6-4D08-9A87-4144E74D827F}" destId="{C2DAE34C-9A07-42B6-B163-FE52108B66D2}" srcOrd="1" destOrd="0" presId="urn:microsoft.com/office/officeart/2008/layout/LinedList"/>
    <dgm:cxn modelId="{5E62A84F-9C8E-4FDE-824D-AF7EF95051F5}" type="presParOf" srcId="{A51D8A52-7A0F-4211-A839-5A4D94300E8A}" destId="{75FA5D8B-6918-43ED-ACAE-86E0114411B7}" srcOrd="2" destOrd="0" presId="urn:microsoft.com/office/officeart/2008/layout/LinedList"/>
    <dgm:cxn modelId="{D9422117-DCC3-435B-A643-058598563414}" type="presParOf" srcId="{A51D8A52-7A0F-4211-A839-5A4D94300E8A}" destId="{5C9DCF01-ACC4-4B27-A9F7-2A03DDF2AF21}" srcOrd="3" destOrd="0" presId="urn:microsoft.com/office/officeart/2008/layout/LinedList"/>
    <dgm:cxn modelId="{974CC1B8-5CE6-4B14-A9DD-C1740F7763E7}" type="presParOf" srcId="{5C9DCF01-ACC4-4B27-A9F7-2A03DDF2AF21}" destId="{A6E5C461-F173-43F0-8CE3-D26B81D83768}" srcOrd="0" destOrd="0" presId="urn:microsoft.com/office/officeart/2008/layout/LinedList"/>
    <dgm:cxn modelId="{7E029295-F131-4BF6-BD81-3A7A66BDFB07}" type="presParOf" srcId="{5C9DCF01-ACC4-4B27-A9F7-2A03DDF2AF21}" destId="{C11C067B-8EED-4887-A8CF-57486919DE10}" srcOrd="1" destOrd="0" presId="urn:microsoft.com/office/officeart/2008/layout/LinedList"/>
    <dgm:cxn modelId="{0699129B-795E-41AF-96C7-614398F49680}" type="presParOf" srcId="{A51D8A52-7A0F-4211-A839-5A4D94300E8A}" destId="{EB32742B-7428-4BC8-9F5D-2ADA4CDCD2B1}" srcOrd="4" destOrd="0" presId="urn:microsoft.com/office/officeart/2008/layout/LinedList"/>
    <dgm:cxn modelId="{ED087A88-A3B9-474A-8C36-E66E2CDD4790}" type="presParOf" srcId="{A51D8A52-7A0F-4211-A839-5A4D94300E8A}" destId="{E0CA5EDC-58E4-4167-A106-8A4404E9D007}" srcOrd="5" destOrd="0" presId="urn:microsoft.com/office/officeart/2008/layout/LinedList"/>
    <dgm:cxn modelId="{C72543F8-4B39-49DF-8F71-F9412C8471B7}" type="presParOf" srcId="{E0CA5EDC-58E4-4167-A106-8A4404E9D007}" destId="{56ABA2BD-6CAF-44EE-AB3E-28C76FF849C1}" srcOrd="0" destOrd="0" presId="urn:microsoft.com/office/officeart/2008/layout/LinedList"/>
    <dgm:cxn modelId="{301D2A22-4B23-4054-BC23-8A4153C47C56}" type="presParOf" srcId="{E0CA5EDC-58E4-4167-A106-8A4404E9D007}" destId="{D1559D39-8A5C-4C68-A718-DAB7EA7C822D}" srcOrd="1" destOrd="0" presId="urn:microsoft.com/office/officeart/2008/layout/LinedList"/>
    <dgm:cxn modelId="{68A68CDB-19DD-40FD-BBFE-A30A7D5D11C4}" type="presParOf" srcId="{A51D8A52-7A0F-4211-A839-5A4D94300E8A}" destId="{D54307BA-28B4-4863-977B-FDA3B9CDBC54}" srcOrd="6" destOrd="0" presId="urn:microsoft.com/office/officeart/2008/layout/LinedList"/>
    <dgm:cxn modelId="{AE56EA79-BDC8-4983-9E9D-4E286CA57473}" type="presParOf" srcId="{A51D8A52-7A0F-4211-A839-5A4D94300E8A}" destId="{C10BF2E9-E4F7-4A9E-A9CF-7E2E3D82D550}" srcOrd="7" destOrd="0" presId="urn:microsoft.com/office/officeart/2008/layout/LinedList"/>
    <dgm:cxn modelId="{F8F10AF3-F4FE-4B22-815D-4FBBE8014992}" type="presParOf" srcId="{C10BF2E9-E4F7-4A9E-A9CF-7E2E3D82D550}" destId="{E4EA91C1-BF19-4052-A71F-F925489F60E9}" srcOrd="0" destOrd="0" presId="urn:microsoft.com/office/officeart/2008/layout/LinedList"/>
    <dgm:cxn modelId="{88105C77-9C59-4823-9D1E-C791D8E8A365}" type="presParOf" srcId="{C10BF2E9-E4F7-4A9E-A9CF-7E2E3D82D550}" destId="{348CE7B6-72E7-473D-A548-CD876B8FE1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22C3B0B-848D-454B-A9FF-DF8902908A14}" type="doc">
      <dgm:prSet loTypeId="urn:microsoft.com/office/officeart/2005/8/layout/chevron2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tr-TR"/>
        </a:p>
      </dgm:t>
    </dgm:pt>
    <dgm:pt modelId="{0AF33D60-03BB-4185-B6AE-778943F45CB5}">
      <dgm:prSet/>
      <dgm:spPr/>
      <dgm:t>
        <a:bodyPr/>
        <a:lstStyle/>
        <a:p>
          <a:r>
            <a:rPr lang="tr-TR" dirty="0"/>
            <a:t>Model </a:t>
          </a:r>
          <a:r>
            <a:rPr lang="tr-TR" dirty="0" err="1"/>
            <a:t>Success</a:t>
          </a:r>
          <a:endParaRPr lang="tr-TR" dirty="0"/>
        </a:p>
      </dgm:t>
    </dgm:pt>
    <dgm:pt modelId="{E5B66017-4F4B-46EC-89E8-1DA4D307E4D3}" type="parTrans" cxnId="{E2174C39-5CFE-48ED-8A67-379D27F5F039}">
      <dgm:prSet/>
      <dgm:spPr/>
      <dgm:t>
        <a:bodyPr/>
        <a:lstStyle/>
        <a:p>
          <a:endParaRPr lang="tr-TR"/>
        </a:p>
      </dgm:t>
    </dgm:pt>
    <dgm:pt modelId="{609CAE67-0662-4394-85D4-BCEAC10F6F78}" type="sibTrans" cxnId="{E2174C39-5CFE-48ED-8A67-379D27F5F039}">
      <dgm:prSet/>
      <dgm:spPr/>
      <dgm:t>
        <a:bodyPr/>
        <a:lstStyle/>
        <a:p>
          <a:endParaRPr lang="tr-TR"/>
        </a:p>
      </dgm:t>
    </dgm:pt>
    <dgm:pt modelId="{E4719394-EBA7-4DDE-806E-5DC567D0EB36}">
      <dgm:prSet/>
      <dgm:spPr/>
      <dgm:t>
        <a:bodyPr/>
        <a:lstStyle/>
        <a:p>
          <a:r>
            <a:rPr lang="tr-TR"/>
            <a:t>Limit </a:t>
          </a:r>
        </a:p>
      </dgm:t>
    </dgm:pt>
    <dgm:pt modelId="{8CCBCB6D-35D0-4329-9B05-0DDF21ACC389}" type="parTrans" cxnId="{EFE1F321-AEF3-4371-95F0-BEADF5607DC7}">
      <dgm:prSet/>
      <dgm:spPr/>
      <dgm:t>
        <a:bodyPr/>
        <a:lstStyle/>
        <a:p>
          <a:endParaRPr lang="tr-TR"/>
        </a:p>
      </dgm:t>
    </dgm:pt>
    <dgm:pt modelId="{7002CF0D-536F-45B4-A44A-3BB4529AD85C}" type="sibTrans" cxnId="{EFE1F321-AEF3-4371-95F0-BEADF5607DC7}">
      <dgm:prSet/>
      <dgm:spPr/>
      <dgm:t>
        <a:bodyPr/>
        <a:lstStyle/>
        <a:p>
          <a:endParaRPr lang="tr-TR"/>
        </a:p>
      </dgm:t>
    </dgm:pt>
    <dgm:pt modelId="{0FD9AA38-DC1A-4DB6-B34D-90A5BDDEF59D}">
      <dgm:prSet/>
      <dgm:spPr/>
      <dgm:t>
        <a:bodyPr/>
        <a:lstStyle/>
        <a:p>
          <a:r>
            <a:rPr lang="tr-TR"/>
            <a:t>Model Weakness</a:t>
          </a:r>
        </a:p>
      </dgm:t>
    </dgm:pt>
    <dgm:pt modelId="{E74EB2EA-5E58-4208-A28B-F95048082887}" type="parTrans" cxnId="{48670C28-08C6-46D2-A8D9-5F98A6A951E9}">
      <dgm:prSet/>
      <dgm:spPr/>
      <dgm:t>
        <a:bodyPr/>
        <a:lstStyle/>
        <a:p>
          <a:endParaRPr lang="tr-TR"/>
        </a:p>
      </dgm:t>
    </dgm:pt>
    <dgm:pt modelId="{F8A827CB-27CB-44A2-B47F-1F61CB35BFEA}" type="sibTrans" cxnId="{48670C28-08C6-46D2-A8D9-5F98A6A951E9}">
      <dgm:prSet/>
      <dgm:spPr/>
      <dgm:t>
        <a:bodyPr/>
        <a:lstStyle/>
        <a:p>
          <a:endParaRPr lang="tr-TR"/>
        </a:p>
      </dgm:t>
    </dgm:pt>
    <dgm:pt modelId="{C6577FAA-12A3-4FB5-9C67-6B3309C98E73}">
      <dgm:prSet/>
      <dgm:spPr/>
      <dgm:t>
        <a:bodyPr/>
        <a:lstStyle/>
        <a:p>
          <a:r>
            <a:rPr lang="tr-TR"/>
            <a:t>Suggestion</a:t>
          </a:r>
        </a:p>
      </dgm:t>
    </dgm:pt>
    <dgm:pt modelId="{91BD8E0A-80D2-43D1-B5CA-69520C6D19A2}" type="parTrans" cxnId="{253300AC-20F9-4FB7-86B3-F328BB658ACA}">
      <dgm:prSet/>
      <dgm:spPr/>
      <dgm:t>
        <a:bodyPr/>
        <a:lstStyle/>
        <a:p>
          <a:endParaRPr lang="tr-TR"/>
        </a:p>
      </dgm:t>
    </dgm:pt>
    <dgm:pt modelId="{E3307B82-7EEE-47B4-B068-17740527659F}" type="sibTrans" cxnId="{253300AC-20F9-4FB7-86B3-F328BB658ACA}">
      <dgm:prSet/>
      <dgm:spPr/>
      <dgm:t>
        <a:bodyPr/>
        <a:lstStyle/>
        <a:p>
          <a:endParaRPr lang="tr-TR"/>
        </a:p>
      </dgm:t>
    </dgm:pt>
    <dgm:pt modelId="{F2C24E7F-99FB-4845-9C35-76325AAA857A}" type="pres">
      <dgm:prSet presAssocID="{B22C3B0B-848D-454B-A9FF-DF8902908A14}" presName="linearFlow" presStyleCnt="0">
        <dgm:presLayoutVars>
          <dgm:dir/>
          <dgm:animLvl val="lvl"/>
          <dgm:resizeHandles val="exact"/>
        </dgm:presLayoutVars>
      </dgm:prSet>
      <dgm:spPr/>
    </dgm:pt>
    <dgm:pt modelId="{9107DCA6-5480-4AE4-8DA7-CFC623BDFE44}" type="pres">
      <dgm:prSet presAssocID="{0AF33D60-03BB-4185-B6AE-778943F45CB5}" presName="composite" presStyleCnt="0"/>
      <dgm:spPr/>
    </dgm:pt>
    <dgm:pt modelId="{31BF34E2-4D38-4E99-8634-576C3F41B3FD}" type="pres">
      <dgm:prSet presAssocID="{0AF33D60-03BB-4185-B6AE-778943F45CB5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7DB342E3-D050-4A07-84B1-2F3ADE1FA07F}" type="pres">
      <dgm:prSet presAssocID="{0AF33D60-03BB-4185-B6AE-778943F45CB5}" presName="descendantText" presStyleLbl="alignAcc1" presStyleIdx="0" presStyleCnt="4">
        <dgm:presLayoutVars>
          <dgm:bulletEnabled val="1"/>
        </dgm:presLayoutVars>
      </dgm:prSet>
      <dgm:spPr/>
    </dgm:pt>
    <dgm:pt modelId="{EF643BD1-D942-4DAC-AD87-4693A0DCBCE7}" type="pres">
      <dgm:prSet presAssocID="{609CAE67-0662-4394-85D4-BCEAC10F6F78}" presName="sp" presStyleCnt="0"/>
      <dgm:spPr/>
    </dgm:pt>
    <dgm:pt modelId="{3F7CBF7B-7D50-4086-8F7C-AF00C9B08B69}" type="pres">
      <dgm:prSet presAssocID="{E4719394-EBA7-4DDE-806E-5DC567D0EB36}" presName="composite" presStyleCnt="0"/>
      <dgm:spPr/>
    </dgm:pt>
    <dgm:pt modelId="{1111C520-3C7C-4A1E-BBDB-FBEA538022B5}" type="pres">
      <dgm:prSet presAssocID="{E4719394-EBA7-4DDE-806E-5DC567D0EB36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C8E00F0C-DF1F-48FB-8138-713D5A504D22}" type="pres">
      <dgm:prSet presAssocID="{E4719394-EBA7-4DDE-806E-5DC567D0EB36}" presName="descendantText" presStyleLbl="alignAcc1" presStyleIdx="1" presStyleCnt="4">
        <dgm:presLayoutVars>
          <dgm:bulletEnabled val="1"/>
        </dgm:presLayoutVars>
      </dgm:prSet>
      <dgm:spPr/>
    </dgm:pt>
    <dgm:pt modelId="{7F3A035E-73B3-41E5-85AC-0F63EBE45C04}" type="pres">
      <dgm:prSet presAssocID="{7002CF0D-536F-45B4-A44A-3BB4529AD85C}" presName="sp" presStyleCnt="0"/>
      <dgm:spPr/>
    </dgm:pt>
    <dgm:pt modelId="{A3F584CC-A1A4-4AAA-AB2E-3BD285EAB140}" type="pres">
      <dgm:prSet presAssocID="{0FD9AA38-DC1A-4DB6-B34D-90A5BDDEF59D}" presName="composite" presStyleCnt="0"/>
      <dgm:spPr/>
    </dgm:pt>
    <dgm:pt modelId="{0272F295-2C9F-49C7-8E55-64B392FA30FC}" type="pres">
      <dgm:prSet presAssocID="{0FD9AA38-DC1A-4DB6-B34D-90A5BDDEF59D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7D24BEC4-AA1F-4B4A-A889-6AFEB79BF073}" type="pres">
      <dgm:prSet presAssocID="{0FD9AA38-DC1A-4DB6-B34D-90A5BDDEF59D}" presName="descendantText" presStyleLbl="alignAcc1" presStyleIdx="2" presStyleCnt="4">
        <dgm:presLayoutVars>
          <dgm:bulletEnabled val="1"/>
        </dgm:presLayoutVars>
      </dgm:prSet>
      <dgm:spPr/>
    </dgm:pt>
    <dgm:pt modelId="{372A708D-AF30-48A2-A301-13497F7F4053}" type="pres">
      <dgm:prSet presAssocID="{F8A827CB-27CB-44A2-B47F-1F61CB35BFEA}" presName="sp" presStyleCnt="0"/>
      <dgm:spPr/>
    </dgm:pt>
    <dgm:pt modelId="{9403950D-9A3C-40A4-BA4A-4CF6BCA1604F}" type="pres">
      <dgm:prSet presAssocID="{C6577FAA-12A3-4FB5-9C67-6B3309C98E73}" presName="composite" presStyleCnt="0"/>
      <dgm:spPr/>
    </dgm:pt>
    <dgm:pt modelId="{AD3DF36F-0F9A-4BD2-940E-B67B95D17755}" type="pres">
      <dgm:prSet presAssocID="{C6577FAA-12A3-4FB5-9C67-6B3309C98E73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EEE1C14F-642F-49FA-A210-EE4D164DAFBC}" type="pres">
      <dgm:prSet presAssocID="{C6577FAA-12A3-4FB5-9C67-6B3309C98E73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EFE1F321-AEF3-4371-95F0-BEADF5607DC7}" srcId="{B22C3B0B-848D-454B-A9FF-DF8902908A14}" destId="{E4719394-EBA7-4DDE-806E-5DC567D0EB36}" srcOrd="1" destOrd="0" parTransId="{8CCBCB6D-35D0-4329-9B05-0DDF21ACC389}" sibTransId="{7002CF0D-536F-45B4-A44A-3BB4529AD85C}"/>
    <dgm:cxn modelId="{90D62127-B9AC-4F7B-9A64-34DAAD8D4624}" type="presOf" srcId="{E4719394-EBA7-4DDE-806E-5DC567D0EB36}" destId="{1111C520-3C7C-4A1E-BBDB-FBEA538022B5}" srcOrd="0" destOrd="0" presId="urn:microsoft.com/office/officeart/2005/8/layout/chevron2"/>
    <dgm:cxn modelId="{48670C28-08C6-46D2-A8D9-5F98A6A951E9}" srcId="{B22C3B0B-848D-454B-A9FF-DF8902908A14}" destId="{0FD9AA38-DC1A-4DB6-B34D-90A5BDDEF59D}" srcOrd="2" destOrd="0" parTransId="{E74EB2EA-5E58-4208-A28B-F95048082887}" sibTransId="{F8A827CB-27CB-44A2-B47F-1F61CB35BFEA}"/>
    <dgm:cxn modelId="{E2174C39-5CFE-48ED-8A67-379D27F5F039}" srcId="{B22C3B0B-848D-454B-A9FF-DF8902908A14}" destId="{0AF33D60-03BB-4185-B6AE-778943F45CB5}" srcOrd="0" destOrd="0" parTransId="{E5B66017-4F4B-46EC-89E8-1DA4D307E4D3}" sibTransId="{609CAE67-0662-4394-85D4-BCEAC10F6F78}"/>
    <dgm:cxn modelId="{3F426054-B6C9-4E0A-84A1-A08D24E2E56B}" type="presOf" srcId="{0AF33D60-03BB-4185-B6AE-778943F45CB5}" destId="{31BF34E2-4D38-4E99-8634-576C3F41B3FD}" srcOrd="0" destOrd="0" presId="urn:microsoft.com/office/officeart/2005/8/layout/chevron2"/>
    <dgm:cxn modelId="{CE49E696-60C5-4202-8839-AC5554B52CD8}" type="presOf" srcId="{B22C3B0B-848D-454B-A9FF-DF8902908A14}" destId="{F2C24E7F-99FB-4845-9C35-76325AAA857A}" srcOrd="0" destOrd="0" presId="urn:microsoft.com/office/officeart/2005/8/layout/chevron2"/>
    <dgm:cxn modelId="{1FB6E799-C16F-4A1B-BF41-001338BA5B01}" type="presOf" srcId="{0FD9AA38-DC1A-4DB6-B34D-90A5BDDEF59D}" destId="{0272F295-2C9F-49C7-8E55-64B392FA30FC}" srcOrd="0" destOrd="0" presId="urn:microsoft.com/office/officeart/2005/8/layout/chevron2"/>
    <dgm:cxn modelId="{4D65419B-B7FE-43DF-8C0D-45B4CF6808A4}" type="presOf" srcId="{C6577FAA-12A3-4FB5-9C67-6B3309C98E73}" destId="{AD3DF36F-0F9A-4BD2-940E-B67B95D17755}" srcOrd="0" destOrd="0" presId="urn:microsoft.com/office/officeart/2005/8/layout/chevron2"/>
    <dgm:cxn modelId="{253300AC-20F9-4FB7-86B3-F328BB658ACA}" srcId="{B22C3B0B-848D-454B-A9FF-DF8902908A14}" destId="{C6577FAA-12A3-4FB5-9C67-6B3309C98E73}" srcOrd="3" destOrd="0" parTransId="{91BD8E0A-80D2-43D1-B5CA-69520C6D19A2}" sibTransId="{E3307B82-7EEE-47B4-B068-17740527659F}"/>
    <dgm:cxn modelId="{BBE9FD43-F71A-468F-8C92-89D6A96B0CC9}" type="presParOf" srcId="{F2C24E7F-99FB-4845-9C35-76325AAA857A}" destId="{9107DCA6-5480-4AE4-8DA7-CFC623BDFE44}" srcOrd="0" destOrd="0" presId="urn:microsoft.com/office/officeart/2005/8/layout/chevron2"/>
    <dgm:cxn modelId="{3570F3C8-5AAD-430A-8102-6F54FE461B75}" type="presParOf" srcId="{9107DCA6-5480-4AE4-8DA7-CFC623BDFE44}" destId="{31BF34E2-4D38-4E99-8634-576C3F41B3FD}" srcOrd="0" destOrd="0" presId="urn:microsoft.com/office/officeart/2005/8/layout/chevron2"/>
    <dgm:cxn modelId="{0666A499-C2CC-441A-8501-EF988FBD086B}" type="presParOf" srcId="{9107DCA6-5480-4AE4-8DA7-CFC623BDFE44}" destId="{7DB342E3-D050-4A07-84B1-2F3ADE1FA07F}" srcOrd="1" destOrd="0" presId="urn:microsoft.com/office/officeart/2005/8/layout/chevron2"/>
    <dgm:cxn modelId="{F44619CD-3AA0-47E0-A47F-197BB1373A67}" type="presParOf" srcId="{F2C24E7F-99FB-4845-9C35-76325AAA857A}" destId="{EF643BD1-D942-4DAC-AD87-4693A0DCBCE7}" srcOrd="1" destOrd="0" presId="urn:microsoft.com/office/officeart/2005/8/layout/chevron2"/>
    <dgm:cxn modelId="{1744A4D4-8156-4855-86F4-AD45B5D5A2A0}" type="presParOf" srcId="{F2C24E7F-99FB-4845-9C35-76325AAA857A}" destId="{3F7CBF7B-7D50-4086-8F7C-AF00C9B08B69}" srcOrd="2" destOrd="0" presId="urn:microsoft.com/office/officeart/2005/8/layout/chevron2"/>
    <dgm:cxn modelId="{1BF047CE-E340-4CF7-BCF3-219763944940}" type="presParOf" srcId="{3F7CBF7B-7D50-4086-8F7C-AF00C9B08B69}" destId="{1111C520-3C7C-4A1E-BBDB-FBEA538022B5}" srcOrd="0" destOrd="0" presId="urn:microsoft.com/office/officeart/2005/8/layout/chevron2"/>
    <dgm:cxn modelId="{5C7EFB40-9603-4459-AF0F-534C0A4B2176}" type="presParOf" srcId="{3F7CBF7B-7D50-4086-8F7C-AF00C9B08B69}" destId="{C8E00F0C-DF1F-48FB-8138-713D5A504D22}" srcOrd="1" destOrd="0" presId="urn:microsoft.com/office/officeart/2005/8/layout/chevron2"/>
    <dgm:cxn modelId="{59C5F6A0-10B5-4A0D-B5C9-AFD50FF4B8B2}" type="presParOf" srcId="{F2C24E7F-99FB-4845-9C35-76325AAA857A}" destId="{7F3A035E-73B3-41E5-85AC-0F63EBE45C04}" srcOrd="3" destOrd="0" presId="urn:microsoft.com/office/officeart/2005/8/layout/chevron2"/>
    <dgm:cxn modelId="{6C6DCF1D-D330-4ACB-ACFB-C6CDC8C5A4C9}" type="presParOf" srcId="{F2C24E7F-99FB-4845-9C35-76325AAA857A}" destId="{A3F584CC-A1A4-4AAA-AB2E-3BD285EAB140}" srcOrd="4" destOrd="0" presId="urn:microsoft.com/office/officeart/2005/8/layout/chevron2"/>
    <dgm:cxn modelId="{EBAA64E0-9600-43EC-B6B4-09F92C7B6A37}" type="presParOf" srcId="{A3F584CC-A1A4-4AAA-AB2E-3BD285EAB140}" destId="{0272F295-2C9F-49C7-8E55-64B392FA30FC}" srcOrd="0" destOrd="0" presId="urn:microsoft.com/office/officeart/2005/8/layout/chevron2"/>
    <dgm:cxn modelId="{928BECC6-6782-4F3E-A074-4773147E097A}" type="presParOf" srcId="{A3F584CC-A1A4-4AAA-AB2E-3BD285EAB140}" destId="{7D24BEC4-AA1F-4B4A-A889-6AFEB79BF073}" srcOrd="1" destOrd="0" presId="urn:microsoft.com/office/officeart/2005/8/layout/chevron2"/>
    <dgm:cxn modelId="{88E9B87C-AA86-49A9-BD1B-A1008DE0B884}" type="presParOf" srcId="{F2C24E7F-99FB-4845-9C35-76325AAA857A}" destId="{372A708D-AF30-48A2-A301-13497F7F4053}" srcOrd="5" destOrd="0" presId="urn:microsoft.com/office/officeart/2005/8/layout/chevron2"/>
    <dgm:cxn modelId="{F59B0E32-B0ED-4115-8118-4615CE97E02D}" type="presParOf" srcId="{F2C24E7F-99FB-4845-9C35-76325AAA857A}" destId="{9403950D-9A3C-40A4-BA4A-4CF6BCA1604F}" srcOrd="6" destOrd="0" presId="urn:microsoft.com/office/officeart/2005/8/layout/chevron2"/>
    <dgm:cxn modelId="{76C99109-7114-4807-9AEA-D92794944C37}" type="presParOf" srcId="{9403950D-9A3C-40A4-BA4A-4CF6BCA1604F}" destId="{AD3DF36F-0F9A-4BD2-940E-B67B95D17755}" srcOrd="0" destOrd="0" presId="urn:microsoft.com/office/officeart/2005/8/layout/chevron2"/>
    <dgm:cxn modelId="{C9264E48-6D45-4379-A888-F1A88484B272}" type="presParOf" srcId="{9403950D-9A3C-40A4-BA4A-4CF6BCA1604F}" destId="{EEE1C14F-642F-49FA-A210-EE4D164DAFB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8C599-EE25-4A86-878A-E4EE2B24F202}">
      <dsp:nvSpPr>
        <dsp:cNvPr id="0" name=""/>
        <dsp:cNvSpPr/>
      </dsp:nvSpPr>
      <dsp:spPr>
        <a:xfrm>
          <a:off x="1044745" y="292637"/>
          <a:ext cx="1036905" cy="1036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BC368-1704-41C8-AEB4-628C58C67470}">
      <dsp:nvSpPr>
        <dsp:cNvPr id="0" name=""/>
        <dsp:cNvSpPr/>
      </dsp:nvSpPr>
      <dsp:spPr>
        <a:xfrm>
          <a:off x="411081" y="1648302"/>
          <a:ext cx="23042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 err="1"/>
            <a:t>Introduction</a:t>
          </a:r>
          <a:endParaRPr lang="en-US" sz="3200" kern="1200" dirty="0"/>
        </a:p>
      </dsp:txBody>
      <dsp:txXfrm>
        <a:off x="411081" y="1648302"/>
        <a:ext cx="2304234" cy="720000"/>
      </dsp:txXfrm>
    </dsp:sp>
    <dsp:sp modelId="{47CA9DC6-3535-4979-898F-CE5C3E19B832}">
      <dsp:nvSpPr>
        <dsp:cNvPr id="0" name=""/>
        <dsp:cNvSpPr/>
      </dsp:nvSpPr>
      <dsp:spPr>
        <a:xfrm>
          <a:off x="3752220" y="292637"/>
          <a:ext cx="1036905" cy="1036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72410-458A-445B-8025-1AABDFFA6A82}">
      <dsp:nvSpPr>
        <dsp:cNvPr id="0" name=""/>
        <dsp:cNvSpPr/>
      </dsp:nvSpPr>
      <dsp:spPr>
        <a:xfrm>
          <a:off x="3118556" y="1648302"/>
          <a:ext cx="23042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Methodology</a:t>
          </a:r>
          <a:endParaRPr lang="en-US" sz="3200" kern="1200"/>
        </a:p>
      </dsp:txBody>
      <dsp:txXfrm>
        <a:off x="3118556" y="1648302"/>
        <a:ext cx="2304234" cy="720000"/>
      </dsp:txXfrm>
    </dsp:sp>
    <dsp:sp modelId="{1D9B260B-2276-49F1-BA57-ED65BE585119}">
      <dsp:nvSpPr>
        <dsp:cNvPr id="0" name=""/>
        <dsp:cNvSpPr/>
      </dsp:nvSpPr>
      <dsp:spPr>
        <a:xfrm>
          <a:off x="1044745" y="2944361"/>
          <a:ext cx="1036905" cy="1036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41B9B-F614-488F-845B-6BD69ABC7C92}">
      <dsp:nvSpPr>
        <dsp:cNvPr id="0" name=""/>
        <dsp:cNvSpPr/>
      </dsp:nvSpPr>
      <dsp:spPr>
        <a:xfrm>
          <a:off x="411081" y="4300026"/>
          <a:ext cx="23042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Results </a:t>
          </a:r>
          <a:endParaRPr lang="en-US" sz="3200" kern="1200"/>
        </a:p>
      </dsp:txBody>
      <dsp:txXfrm>
        <a:off x="411081" y="4300026"/>
        <a:ext cx="2304234" cy="720000"/>
      </dsp:txXfrm>
    </dsp:sp>
    <dsp:sp modelId="{0A45E88F-11FA-4F16-BE04-589FCDE43F58}">
      <dsp:nvSpPr>
        <dsp:cNvPr id="0" name=""/>
        <dsp:cNvSpPr/>
      </dsp:nvSpPr>
      <dsp:spPr>
        <a:xfrm>
          <a:off x="3752220" y="2944361"/>
          <a:ext cx="1036905" cy="1036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7EFED-7209-47F8-B291-8E4838894224}">
      <dsp:nvSpPr>
        <dsp:cNvPr id="0" name=""/>
        <dsp:cNvSpPr/>
      </dsp:nvSpPr>
      <dsp:spPr>
        <a:xfrm>
          <a:off x="3118556" y="4300026"/>
          <a:ext cx="230423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Conclusion</a:t>
          </a:r>
          <a:endParaRPr lang="en-US" sz="3200" kern="1200"/>
        </a:p>
      </dsp:txBody>
      <dsp:txXfrm>
        <a:off x="3118556" y="4300026"/>
        <a:ext cx="2304234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C0529-4DB4-466C-9754-95DEF70454B8}">
      <dsp:nvSpPr>
        <dsp:cNvPr id="0" name=""/>
        <dsp:cNvSpPr/>
      </dsp:nvSpPr>
      <dsp:spPr>
        <a:xfrm>
          <a:off x="0" y="0"/>
          <a:ext cx="55046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4ECCC-750C-417F-8888-803A348D1BEB}">
      <dsp:nvSpPr>
        <dsp:cNvPr id="0" name=""/>
        <dsp:cNvSpPr/>
      </dsp:nvSpPr>
      <dsp:spPr>
        <a:xfrm>
          <a:off x="0" y="0"/>
          <a:ext cx="5504687" cy="1341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Augmentation Version mAP50 all is 86.6% model successfully detect ships.</a:t>
          </a:r>
          <a:endParaRPr lang="en-US" sz="2400" kern="1200"/>
        </a:p>
      </dsp:txBody>
      <dsp:txXfrm>
        <a:off x="0" y="0"/>
        <a:ext cx="5504687" cy="1341881"/>
      </dsp:txXfrm>
    </dsp:sp>
    <dsp:sp modelId="{75FA5D8B-6918-43ED-ACAE-86E0114411B7}">
      <dsp:nvSpPr>
        <dsp:cNvPr id="0" name=""/>
        <dsp:cNvSpPr/>
      </dsp:nvSpPr>
      <dsp:spPr>
        <a:xfrm>
          <a:off x="0" y="1341881"/>
          <a:ext cx="55046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5C461-F173-43F0-8CE3-D26B81D83768}">
      <dsp:nvSpPr>
        <dsp:cNvPr id="0" name=""/>
        <dsp:cNvSpPr/>
      </dsp:nvSpPr>
      <dsp:spPr>
        <a:xfrm>
          <a:off x="0" y="1341881"/>
          <a:ext cx="5504687" cy="1341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Carrier and Roro class achieved most high confidence scores.</a:t>
          </a:r>
          <a:endParaRPr lang="en-US" sz="2400" kern="1200"/>
        </a:p>
      </dsp:txBody>
      <dsp:txXfrm>
        <a:off x="0" y="1341881"/>
        <a:ext cx="5504687" cy="1341881"/>
      </dsp:txXfrm>
    </dsp:sp>
    <dsp:sp modelId="{EB32742B-7428-4BC8-9F5D-2ADA4CDCD2B1}">
      <dsp:nvSpPr>
        <dsp:cNvPr id="0" name=""/>
        <dsp:cNvSpPr/>
      </dsp:nvSpPr>
      <dsp:spPr>
        <a:xfrm>
          <a:off x="0" y="2683763"/>
          <a:ext cx="55046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BA2BD-6CAF-44EE-AB3E-28C76FF849C1}">
      <dsp:nvSpPr>
        <dsp:cNvPr id="0" name=""/>
        <dsp:cNvSpPr/>
      </dsp:nvSpPr>
      <dsp:spPr>
        <a:xfrm>
          <a:off x="0" y="2683763"/>
          <a:ext cx="5504687" cy="1341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Model collapse in mAP50 Tanker.</a:t>
          </a:r>
          <a:endParaRPr lang="en-US" sz="2400" kern="1200"/>
        </a:p>
      </dsp:txBody>
      <dsp:txXfrm>
        <a:off x="0" y="2683763"/>
        <a:ext cx="5504687" cy="1341881"/>
      </dsp:txXfrm>
    </dsp:sp>
    <dsp:sp modelId="{D54307BA-28B4-4863-977B-FDA3B9CDBC54}">
      <dsp:nvSpPr>
        <dsp:cNvPr id="0" name=""/>
        <dsp:cNvSpPr/>
      </dsp:nvSpPr>
      <dsp:spPr>
        <a:xfrm>
          <a:off x="0" y="4025646"/>
          <a:ext cx="550468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A91C1-BF19-4052-A71F-F925489F60E9}">
      <dsp:nvSpPr>
        <dsp:cNvPr id="0" name=""/>
        <dsp:cNvSpPr/>
      </dsp:nvSpPr>
      <dsp:spPr>
        <a:xfrm>
          <a:off x="0" y="4025646"/>
          <a:ext cx="5504687" cy="1341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Performance Decrease happened when augmentation steps done. mAP scores decreased from 90.6% to 86.6%.</a:t>
          </a:r>
          <a:endParaRPr lang="en-US" sz="2400" kern="1200"/>
        </a:p>
      </dsp:txBody>
      <dsp:txXfrm>
        <a:off x="0" y="4025646"/>
        <a:ext cx="5504687" cy="13418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F34E2-4D38-4E99-8634-576C3F41B3FD}">
      <dsp:nvSpPr>
        <dsp:cNvPr id="0" name=""/>
        <dsp:cNvSpPr/>
      </dsp:nvSpPr>
      <dsp:spPr>
        <a:xfrm rot="5400000">
          <a:off x="-158106" y="158498"/>
          <a:ext cx="1054042" cy="737829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 dirty="0"/>
            <a:t>Model </a:t>
          </a:r>
          <a:r>
            <a:rPr lang="tr-TR" sz="1000" kern="1200" dirty="0" err="1"/>
            <a:t>Success</a:t>
          </a:r>
          <a:endParaRPr lang="tr-TR" sz="1000" kern="1200" dirty="0"/>
        </a:p>
      </dsp:txBody>
      <dsp:txXfrm rot="-5400000">
        <a:off x="1" y="369307"/>
        <a:ext cx="737829" cy="316213"/>
      </dsp:txXfrm>
    </dsp:sp>
    <dsp:sp modelId="{7DB342E3-D050-4A07-84B1-2F3ADE1FA07F}">
      <dsp:nvSpPr>
        <dsp:cNvPr id="0" name=""/>
        <dsp:cNvSpPr/>
      </dsp:nvSpPr>
      <dsp:spPr>
        <a:xfrm rot="5400000">
          <a:off x="5604191" y="-4865969"/>
          <a:ext cx="685127" cy="104178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1C520-3C7C-4A1E-BBDB-FBEA538022B5}">
      <dsp:nvSpPr>
        <dsp:cNvPr id="0" name=""/>
        <dsp:cNvSpPr/>
      </dsp:nvSpPr>
      <dsp:spPr>
        <a:xfrm rot="5400000">
          <a:off x="-158106" y="1062665"/>
          <a:ext cx="1054042" cy="737829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/>
            <a:t>Limit </a:t>
          </a:r>
        </a:p>
      </dsp:txBody>
      <dsp:txXfrm rot="-5400000">
        <a:off x="1" y="1273474"/>
        <a:ext cx="737829" cy="316213"/>
      </dsp:txXfrm>
    </dsp:sp>
    <dsp:sp modelId="{C8E00F0C-DF1F-48FB-8138-713D5A504D22}">
      <dsp:nvSpPr>
        <dsp:cNvPr id="0" name=""/>
        <dsp:cNvSpPr/>
      </dsp:nvSpPr>
      <dsp:spPr>
        <a:xfrm rot="5400000">
          <a:off x="5604191" y="-3961802"/>
          <a:ext cx="685127" cy="104178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72F295-2C9F-49C7-8E55-64B392FA30FC}">
      <dsp:nvSpPr>
        <dsp:cNvPr id="0" name=""/>
        <dsp:cNvSpPr/>
      </dsp:nvSpPr>
      <dsp:spPr>
        <a:xfrm rot="5400000">
          <a:off x="-158106" y="1966832"/>
          <a:ext cx="1054042" cy="737829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/>
            <a:t>Model Weakness</a:t>
          </a:r>
        </a:p>
      </dsp:txBody>
      <dsp:txXfrm rot="-5400000">
        <a:off x="1" y="2177641"/>
        <a:ext cx="737829" cy="316213"/>
      </dsp:txXfrm>
    </dsp:sp>
    <dsp:sp modelId="{7D24BEC4-AA1F-4B4A-A889-6AFEB79BF073}">
      <dsp:nvSpPr>
        <dsp:cNvPr id="0" name=""/>
        <dsp:cNvSpPr/>
      </dsp:nvSpPr>
      <dsp:spPr>
        <a:xfrm rot="5400000">
          <a:off x="5604191" y="-3057635"/>
          <a:ext cx="685127" cy="104178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DF36F-0F9A-4BD2-940E-B67B95D17755}">
      <dsp:nvSpPr>
        <dsp:cNvPr id="0" name=""/>
        <dsp:cNvSpPr/>
      </dsp:nvSpPr>
      <dsp:spPr>
        <a:xfrm rot="5400000">
          <a:off x="-158106" y="2870999"/>
          <a:ext cx="1054042" cy="737829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000" kern="1200"/>
            <a:t>Suggestion</a:t>
          </a:r>
        </a:p>
      </dsp:txBody>
      <dsp:txXfrm rot="-5400000">
        <a:off x="1" y="3081808"/>
        <a:ext cx="737829" cy="316213"/>
      </dsp:txXfrm>
    </dsp:sp>
    <dsp:sp modelId="{EEE1C14F-642F-49FA-A210-EE4D164DAFBC}">
      <dsp:nvSpPr>
        <dsp:cNvPr id="0" name=""/>
        <dsp:cNvSpPr/>
      </dsp:nvSpPr>
      <dsp:spPr>
        <a:xfrm rot="5400000">
          <a:off x="5604191" y="-2153467"/>
          <a:ext cx="685127" cy="1041785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#14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3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7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9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5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2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0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0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66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8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3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4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35F4B23-14A2-D0A5-A59A-E9C0A2862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093" y="825716"/>
            <a:ext cx="7308608" cy="35398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tr-TR" sz="2600" dirty="0"/>
              <a:t>Piri Reis </a:t>
            </a:r>
            <a:r>
              <a:rPr lang="tr-TR" sz="2600" dirty="0" err="1"/>
              <a:t>University</a:t>
            </a:r>
            <a:r>
              <a:rPr lang="tr-TR" sz="2600" dirty="0"/>
              <a:t> </a:t>
            </a:r>
            <a:br>
              <a:rPr lang="tr-TR" sz="2600" dirty="0"/>
            </a:br>
            <a:r>
              <a:rPr lang="tr-TR" sz="2600" dirty="0" err="1"/>
              <a:t>Faculty</a:t>
            </a:r>
            <a:r>
              <a:rPr lang="tr-TR" sz="2600" dirty="0"/>
              <a:t> of </a:t>
            </a:r>
            <a:r>
              <a:rPr lang="tr-TR" sz="2600" dirty="0" err="1"/>
              <a:t>Economics</a:t>
            </a:r>
            <a:r>
              <a:rPr lang="tr-TR" sz="2600" dirty="0"/>
              <a:t> </a:t>
            </a:r>
            <a:r>
              <a:rPr lang="tr-TR" sz="2600" dirty="0" err="1"/>
              <a:t>and</a:t>
            </a:r>
            <a:r>
              <a:rPr lang="tr-TR" sz="2600" dirty="0"/>
              <a:t> </a:t>
            </a:r>
            <a:r>
              <a:rPr lang="tr-TR" sz="2600" dirty="0" err="1"/>
              <a:t>Administrative</a:t>
            </a:r>
            <a:r>
              <a:rPr lang="tr-TR" sz="2600" dirty="0"/>
              <a:t> </a:t>
            </a:r>
            <a:r>
              <a:rPr lang="tr-TR" sz="2600" dirty="0" err="1"/>
              <a:t>Sciences</a:t>
            </a:r>
            <a:r>
              <a:rPr lang="tr-TR" sz="2600" dirty="0"/>
              <a:t> </a:t>
            </a:r>
            <a:br>
              <a:rPr lang="tr-TR" sz="2600" dirty="0"/>
            </a:br>
            <a:r>
              <a:rPr lang="tr-TR" sz="2600" dirty="0"/>
              <a:t>Management Information </a:t>
            </a:r>
            <a:r>
              <a:rPr lang="tr-TR" sz="2600" dirty="0" err="1"/>
              <a:t>Systems</a:t>
            </a:r>
            <a:r>
              <a:rPr lang="tr-TR" sz="2600" dirty="0"/>
              <a:t> </a:t>
            </a:r>
            <a:r>
              <a:rPr lang="tr-TR" sz="2600" dirty="0" err="1"/>
              <a:t>Department</a:t>
            </a:r>
            <a:r>
              <a:rPr lang="tr-TR" sz="2600" dirty="0"/>
              <a:t> </a:t>
            </a:r>
            <a:br>
              <a:rPr lang="tr-TR" sz="2600" dirty="0"/>
            </a:br>
            <a:r>
              <a:rPr lang="tr-TR" sz="2600" dirty="0"/>
              <a:t>GRADUATION THESIS – YBS421</a:t>
            </a:r>
            <a:br>
              <a:rPr lang="tr-TR" sz="2600" dirty="0"/>
            </a:br>
            <a:r>
              <a:rPr lang="tr-TR" sz="2600" dirty="0"/>
              <a:t>Real – Time </a:t>
            </a:r>
            <a:r>
              <a:rPr lang="tr-TR" sz="2600" dirty="0" err="1"/>
              <a:t>Ship</a:t>
            </a:r>
            <a:r>
              <a:rPr lang="tr-TR" sz="2600" dirty="0"/>
              <a:t> </a:t>
            </a:r>
            <a:r>
              <a:rPr lang="tr-TR" sz="2600" dirty="0" err="1"/>
              <a:t>Detection</a:t>
            </a:r>
            <a:r>
              <a:rPr lang="tr-TR" sz="2600" dirty="0"/>
              <a:t> </a:t>
            </a:r>
            <a:r>
              <a:rPr lang="tr-TR" sz="2600" dirty="0" err="1"/>
              <a:t>With</a:t>
            </a:r>
            <a:r>
              <a:rPr lang="tr-TR" sz="2600" dirty="0"/>
              <a:t> Using Yolov8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63DBF15-79E3-C181-D6F0-B2632E6FB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006" y="3961044"/>
            <a:ext cx="6141545" cy="1724029"/>
          </a:xfrm>
        </p:spPr>
        <p:txBody>
          <a:bodyPr anchor="t">
            <a:normAutofit/>
          </a:bodyPr>
          <a:lstStyle/>
          <a:p>
            <a:r>
              <a:rPr lang="tr-TR" dirty="0"/>
              <a:t>Deniz İlkiz 20210305036 </a:t>
            </a:r>
          </a:p>
          <a:p>
            <a:r>
              <a:rPr lang="tr-TR" dirty="0" err="1"/>
              <a:t>Supervisor</a:t>
            </a:r>
            <a:r>
              <a:rPr lang="tr-TR" dirty="0"/>
              <a:t>: Dr. Volkan Uslan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7891F6D-EC37-898E-C674-DBAC956B95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1701" y="1962516"/>
            <a:ext cx="4149244" cy="4155867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89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172796B-6FB2-CFDC-D5D2-37DB8C8D1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1123276"/>
            <a:ext cx="4672584" cy="1783080"/>
          </a:xfrm>
        </p:spPr>
        <p:txBody>
          <a:bodyPr>
            <a:normAutofit/>
          </a:bodyPr>
          <a:lstStyle/>
          <a:p>
            <a:r>
              <a:rPr lang="tr-TR" dirty="0" err="1"/>
              <a:t>Contents</a:t>
            </a:r>
            <a:endParaRPr lang="tr-T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6" name="Grafik 5" descr="Teacher">
            <a:extLst>
              <a:ext uri="{FF2B5EF4-FFF2-40B4-BE49-F238E27FC236}">
                <a16:creationId xmlns:a16="http://schemas.microsoft.com/office/drawing/2014/main" id="{45FF14BA-805C-2A24-6668-9DD8B4371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83503" y="3886154"/>
            <a:ext cx="3752612" cy="3752612"/>
          </a:xfrm>
          <a:prstGeom prst="rect">
            <a:avLst/>
          </a:prstGeom>
        </p:spPr>
      </p:pic>
      <p:graphicFrame>
        <p:nvGraphicFramePr>
          <p:cNvPr id="15" name="İçerik Yer Tutucusu 2">
            <a:extLst>
              <a:ext uri="{FF2B5EF4-FFF2-40B4-BE49-F238E27FC236}">
                <a16:creationId xmlns:a16="http://schemas.microsoft.com/office/drawing/2014/main" id="{F4687760-647E-DE75-1440-443AD2DCC0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974987"/>
              </p:ext>
            </p:extLst>
          </p:nvPr>
        </p:nvGraphicFramePr>
        <p:xfrm>
          <a:off x="5843016" y="1033272"/>
          <a:ext cx="5833872" cy="5312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69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2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947CE82-0F45-360A-A5BD-27C59AD9D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tr-TR"/>
              <a:t>Introduction</a:t>
            </a:r>
            <a:br>
              <a:rPr lang="tr-TR"/>
            </a:br>
            <a:endParaRPr lang="tr-TR"/>
          </a:p>
        </p:txBody>
      </p:sp>
      <p:sp>
        <p:nvSpPr>
          <p:cNvPr id="69" name="Rectangle 6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098BE00A-B2E8-881B-9DF3-9359E80EF5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73" r="1" b="1"/>
          <a:stretch>
            <a:fillRect/>
          </a:stretch>
        </p:blipFill>
        <p:spPr>
          <a:xfrm>
            <a:off x="517867" y="2429691"/>
            <a:ext cx="6281899" cy="3916313"/>
          </a:xfrm>
          <a:prstGeom prst="rect">
            <a:avLst/>
          </a:prstGeom>
        </p:spPr>
      </p:pic>
      <p:sp>
        <p:nvSpPr>
          <p:cNvPr id="58" name="Content Placeholder 7">
            <a:extLst>
              <a:ext uri="{FF2B5EF4-FFF2-40B4-BE49-F238E27FC236}">
                <a16:creationId xmlns:a16="http://schemas.microsoft.com/office/drawing/2014/main" id="{692E57F5-5BC1-50BF-DF0A-48E0E3F5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Project </a:t>
            </a:r>
            <a:r>
              <a:rPr lang="tr-TR" dirty="0" err="1"/>
              <a:t>Title</a:t>
            </a:r>
            <a:r>
              <a:rPr lang="tr-TR" dirty="0"/>
              <a:t> : Real Time </a:t>
            </a:r>
            <a:r>
              <a:rPr lang="tr-TR" dirty="0" err="1"/>
              <a:t>Ship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Using YOLOv8</a:t>
            </a:r>
          </a:p>
          <a:p>
            <a:r>
              <a:rPr lang="tr-TR" dirty="0" err="1"/>
              <a:t>Why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Subject</a:t>
            </a:r>
            <a:r>
              <a:rPr lang="tr-TR" dirty="0"/>
              <a:t>?</a:t>
            </a:r>
          </a:p>
          <a:p>
            <a:pPr marL="0" indent="0">
              <a:buNone/>
            </a:pPr>
            <a:r>
              <a:rPr lang="tr-TR" dirty="0" err="1"/>
              <a:t>Traditional</a:t>
            </a:r>
            <a:r>
              <a:rPr lang="tr-TR" dirty="0"/>
              <a:t> </a:t>
            </a:r>
            <a:r>
              <a:rPr lang="tr-TR" dirty="0" err="1"/>
              <a:t>bottleneck</a:t>
            </a:r>
            <a:r>
              <a:rPr lang="tr-TR" dirty="0"/>
              <a:t> in </a:t>
            </a:r>
            <a:r>
              <a:rPr lang="tr-TR" dirty="0" err="1"/>
              <a:t>Maritime</a:t>
            </a:r>
            <a:r>
              <a:rPr lang="tr-TR" dirty="0"/>
              <a:t> </a:t>
            </a:r>
            <a:r>
              <a:rPr lang="tr-TR" dirty="0" err="1"/>
              <a:t>ship</a:t>
            </a:r>
            <a:r>
              <a:rPr lang="tr-TR" dirty="0"/>
              <a:t> </a:t>
            </a:r>
            <a:r>
              <a:rPr lang="tr-TR" dirty="0" err="1"/>
              <a:t>monitoring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dirty="0" err="1"/>
              <a:t>That</a:t>
            </a:r>
            <a:r>
              <a:rPr lang="tr-TR" dirty="0"/>
              <a:t> is </a:t>
            </a:r>
            <a:r>
              <a:rPr lang="tr-TR" dirty="0" err="1"/>
              <a:t>why</a:t>
            </a:r>
            <a:r>
              <a:rPr lang="tr-TR" dirty="0"/>
              <a:t> </a:t>
            </a:r>
            <a:r>
              <a:rPr lang="tr-TR" dirty="0" err="1"/>
              <a:t>develop</a:t>
            </a:r>
            <a:r>
              <a:rPr lang="tr-TR" dirty="0"/>
              <a:t> a </a:t>
            </a:r>
            <a:r>
              <a:rPr lang="tr-TR" dirty="0" err="1"/>
              <a:t>automic</a:t>
            </a:r>
            <a:r>
              <a:rPr lang="tr-TR" dirty="0"/>
              <a:t> </a:t>
            </a:r>
            <a:r>
              <a:rPr lang="tr-TR" dirty="0" err="1"/>
              <a:t>real</a:t>
            </a:r>
            <a:r>
              <a:rPr lang="tr-TR" dirty="0"/>
              <a:t> time </a:t>
            </a:r>
            <a:r>
              <a:rPr lang="tr-TR" dirty="0" err="1"/>
              <a:t>ship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system</a:t>
            </a:r>
            <a:r>
              <a:rPr lang="tr-TR" dirty="0"/>
              <a:t>.</a:t>
            </a:r>
          </a:p>
          <a:p>
            <a:pPr marL="0" indent="0">
              <a:buNone/>
            </a:pPr>
            <a:r>
              <a:rPr lang="tr-TR" dirty="0" err="1"/>
              <a:t>Computer</a:t>
            </a:r>
            <a:r>
              <a:rPr lang="tr-TR" dirty="0"/>
              <a:t> </a:t>
            </a:r>
            <a:r>
              <a:rPr lang="tr-TR" dirty="0" err="1"/>
              <a:t>Vision</a:t>
            </a:r>
            <a:r>
              <a:rPr lang="tr-TR" dirty="0"/>
              <a:t> </a:t>
            </a:r>
            <a:r>
              <a:rPr lang="tr-TR" dirty="0" err="1"/>
              <a:t>integration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ship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classification</a:t>
            </a:r>
            <a:r>
              <a:rPr lang="tr-TR" dirty="0"/>
              <a:t> is </a:t>
            </a:r>
            <a:r>
              <a:rPr lang="tr-TR" dirty="0" err="1"/>
              <a:t>technological</a:t>
            </a:r>
            <a:r>
              <a:rPr lang="tr-TR" dirty="0"/>
              <a:t> </a:t>
            </a:r>
            <a:r>
              <a:rPr lang="tr-TR" dirty="0" err="1"/>
              <a:t>solution</a:t>
            </a:r>
            <a:r>
              <a:rPr lang="tr-T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7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037FDD-9E70-7A8A-3BDD-7C936033D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82973FE-6949-BEEC-631B-2D173EBC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424" y="978408"/>
            <a:ext cx="7150608" cy="1463040"/>
          </a:xfrm>
        </p:spPr>
        <p:txBody>
          <a:bodyPr>
            <a:normAutofit/>
          </a:bodyPr>
          <a:lstStyle/>
          <a:p>
            <a:r>
              <a:rPr lang="tr-TR" dirty="0" err="1"/>
              <a:t>Methodology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BAF211A-1F66-A652-C52D-B0C9852B1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9" y="978873"/>
            <a:ext cx="3026707" cy="82477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6141AC-8EB0-E9A2-C2F4-DC6B0DCC9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7322" y="508090"/>
            <a:ext cx="7091771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1679F52-31C7-CBBE-F163-67D4D4AB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69" y="2782524"/>
            <a:ext cx="3026707" cy="1007067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77311082-5F8B-3E9A-EA23-A137CFDFD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08" y="4660490"/>
            <a:ext cx="2939968" cy="1683131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656381-8AC1-EB22-3A7B-418B93F8C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5424" y="2263976"/>
            <a:ext cx="7150608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tr-TR" b="1" dirty="0" err="1"/>
              <a:t>Roboflow</a:t>
            </a:r>
            <a:r>
              <a:rPr lang="tr-TR" b="1" dirty="0"/>
              <a:t> 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tr-TR" dirty="0" err="1"/>
              <a:t>It</a:t>
            </a:r>
            <a:r>
              <a:rPr lang="tr-TR" dirty="0"/>
              <a:t> is </a:t>
            </a:r>
            <a:r>
              <a:rPr lang="tr-TR" dirty="0" err="1"/>
              <a:t>end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end</a:t>
            </a:r>
            <a:r>
              <a:rPr lang="tr-TR" dirty="0"/>
              <a:t> data </a:t>
            </a:r>
            <a:r>
              <a:rPr lang="tr-TR" dirty="0" err="1"/>
              <a:t>pipeline</a:t>
            </a:r>
            <a:r>
              <a:rPr lang="tr-TR" dirty="0"/>
              <a:t> platform </a:t>
            </a:r>
            <a:r>
              <a:rPr lang="tr-TR" dirty="0" err="1"/>
              <a:t>enables</a:t>
            </a:r>
            <a:r>
              <a:rPr lang="tr-TR" dirty="0"/>
              <a:t> data </a:t>
            </a:r>
            <a:r>
              <a:rPr lang="tr-TR" dirty="0" err="1"/>
              <a:t>labeling</a:t>
            </a:r>
            <a:r>
              <a:rPr lang="tr-TR" dirty="0"/>
              <a:t> </a:t>
            </a:r>
            <a:r>
              <a:rPr lang="tr-TR" dirty="0" err="1"/>
              <a:t>etc</a:t>
            </a:r>
            <a:r>
              <a:rPr lang="tr-TR" dirty="0"/>
              <a:t>. Transfer </a:t>
            </a:r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via</a:t>
            </a:r>
            <a:r>
              <a:rPr lang="tr-TR" dirty="0"/>
              <a:t> API.</a:t>
            </a:r>
          </a:p>
          <a:p>
            <a:pPr>
              <a:lnSpc>
                <a:spcPct val="100000"/>
              </a:lnSpc>
            </a:pPr>
            <a:r>
              <a:rPr lang="tr-TR" b="1" dirty="0"/>
              <a:t>Google </a:t>
            </a:r>
            <a:r>
              <a:rPr lang="tr-TR" b="1" dirty="0" err="1"/>
              <a:t>Colab</a:t>
            </a:r>
            <a:r>
              <a:rPr lang="tr-TR" b="1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cloud-based development environment that provides support for NVIDIA T4/A100 GPUs, which require high computing power in the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en-US" dirty="0"/>
              <a:t>process.</a:t>
            </a:r>
            <a:endParaRPr lang="tr-TR" dirty="0"/>
          </a:p>
          <a:p>
            <a:pPr>
              <a:lnSpc>
                <a:spcPct val="100000"/>
              </a:lnSpc>
            </a:pPr>
            <a:r>
              <a:rPr lang="tr-TR" b="1" dirty="0"/>
              <a:t>Yolov8: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This is the most up-to-date anchor-free object detection algorithm for real-time ship detection. It is preferred due to its balance of FPS and accuracy.</a:t>
            </a:r>
            <a:endParaRPr lang="tr-TR" dirty="0"/>
          </a:p>
          <a:p>
            <a:pPr>
              <a:lnSpc>
                <a:spcPct val="10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981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D4773E2-0D5D-A2B5-F58C-30C9EE37A0E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0" t="66538" r="44389" b="10771"/>
          <a:stretch>
            <a:fillRect/>
          </a:stretch>
        </p:blipFill>
        <p:spPr>
          <a:xfrm>
            <a:off x="968388" y="2060191"/>
            <a:ext cx="10309212" cy="20398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AD498F31-A825-AF72-2774-8A628DE8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Results</a:t>
            </a:r>
            <a:endParaRPr lang="tr-TR" dirty="0"/>
          </a:p>
        </p:txBody>
      </p:sp>
      <p:sp>
        <p:nvSpPr>
          <p:cNvPr id="16" name="Dikdörtgen 15">
            <a:extLst>
              <a:ext uri="{FF2B5EF4-FFF2-40B4-BE49-F238E27FC236}">
                <a16:creationId xmlns:a16="http://schemas.microsoft.com/office/drawing/2014/main" id="{39A2BA21-5FAF-3B66-83CD-26D0D356BCE8}"/>
              </a:ext>
            </a:extLst>
          </p:cNvPr>
          <p:cNvSpPr/>
          <p:nvPr/>
        </p:nvSpPr>
        <p:spPr>
          <a:xfrm>
            <a:off x="2072861" y="4414634"/>
            <a:ext cx="8046278" cy="152390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tr-TR" dirty="0"/>
              <a:t>mAP50 </a:t>
            </a:r>
            <a:r>
              <a:rPr lang="tr-TR" dirty="0" err="1"/>
              <a:t>all</a:t>
            </a:r>
            <a:r>
              <a:rPr lang="tr-TR" dirty="0"/>
              <a:t> 90.6% model </a:t>
            </a:r>
            <a:r>
              <a:rPr lang="tr-TR" dirty="0" err="1"/>
              <a:t>successfully</a:t>
            </a:r>
            <a:r>
              <a:rPr lang="tr-TR" dirty="0"/>
              <a:t> </a:t>
            </a:r>
            <a:r>
              <a:rPr lang="tr-TR" dirty="0" err="1"/>
              <a:t>detect</a:t>
            </a:r>
            <a:r>
              <a:rPr lang="tr-TR" dirty="0"/>
              <a:t> </a:t>
            </a:r>
            <a:r>
              <a:rPr lang="tr-TR" dirty="0" err="1"/>
              <a:t>most</a:t>
            </a:r>
            <a:r>
              <a:rPr lang="tr-TR" dirty="0"/>
              <a:t> </a:t>
            </a:r>
            <a:r>
              <a:rPr lang="tr-TR" dirty="0" err="1"/>
              <a:t>ships</a:t>
            </a:r>
            <a:r>
              <a:rPr lang="tr-TR" dirty="0"/>
              <a:t>.</a:t>
            </a:r>
          </a:p>
          <a:p>
            <a:pPr algn="ctr"/>
            <a:r>
              <a:rPr lang="tr-TR" dirty="0"/>
              <a:t>Carrier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Roro</a:t>
            </a:r>
            <a:r>
              <a:rPr lang="tr-TR" dirty="0"/>
              <a:t> </a:t>
            </a:r>
            <a:r>
              <a:rPr lang="tr-TR" dirty="0" err="1"/>
              <a:t>were</a:t>
            </a:r>
            <a:r>
              <a:rPr lang="tr-TR" dirty="0"/>
              <a:t> </a:t>
            </a:r>
            <a:r>
              <a:rPr lang="tr-TR" dirty="0" err="1"/>
              <a:t>achieved</a:t>
            </a:r>
            <a:r>
              <a:rPr lang="tr-TR" dirty="0"/>
              <a:t> </a:t>
            </a:r>
            <a:r>
              <a:rPr lang="tr-TR" dirty="0" err="1"/>
              <a:t>most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confidence</a:t>
            </a:r>
            <a:r>
              <a:rPr lang="tr-TR" dirty="0"/>
              <a:t> </a:t>
            </a:r>
            <a:r>
              <a:rPr lang="tr-TR" dirty="0" err="1"/>
              <a:t>scores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8234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0F03EB1-4BA7-1F11-3392-6A11961C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tr-TR" dirty="0" err="1"/>
              <a:t>Result</a:t>
            </a:r>
            <a:endParaRPr lang="tr-T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İçerik Yer Tutucusu 11">
            <a:extLst>
              <a:ext uri="{FF2B5EF4-FFF2-40B4-BE49-F238E27FC236}">
                <a16:creationId xmlns:a16="http://schemas.microsoft.com/office/drawing/2014/main" id="{EAD0A396-B27D-A752-A1EA-3C790B3CB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95" t="63768" r="39425" b="10352"/>
          <a:stretch>
            <a:fillRect/>
          </a:stretch>
        </p:blipFill>
        <p:spPr>
          <a:xfrm>
            <a:off x="291388" y="2535410"/>
            <a:ext cx="5474146" cy="14765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20" name="Content Placeholder 10">
            <a:extLst>
              <a:ext uri="{FF2B5EF4-FFF2-40B4-BE49-F238E27FC236}">
                <a16:creationId xmlns:a16="http://schemas.microsoft.com/office/drawing/2014/main" id="{FE6CED72-58E4-4BFF-448B-7431B4D412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058475"/>
              </p:ext>
            </p:extLst>
          </p:nvPr>
        </p:nvGraphicFramePr>
        <p:xfrm>
          <a:off x="6163056" y="978408"/>
          <a:ext cx="5504688" cy="5367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12295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8DDE22-2926-F449-36CB-C928FF31A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Conclusion</a:t>
            </a:r>
            <a:endParaRPr lang="tr-TR" dirty="0"/>
          </a:p>
        </p:txBody>
      </p:sp>
      <p:graphicFrame>
        <p:nvGraphicFramePr>
          <p:cNvPr id="5" name="İçerik Yer Tutucusu 4">
            <a:extLst>
              <a:ext uri="{FF2B5EF4-FFF2-40B4-BE49-F238E27FC236}">
                <a16:creationId xmlns:a16="http://schemas.microsoft.com/office/drawing/2014/main" id="{DCFA07E8-6048-26AE-FAB3-9B326A453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481152"/>
              </p:ext>
            </p:extLst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F37DB264-A890-0AD1-9A6F-7D3F92911CBC}"/>
              </a:ext>
            </a:extLst>
          </p:cNvPr>
          <p:cNvSpPr txBox="1"/>
          <p:nvPr/>
        </p:nvSpPr>
        <p:spPr>
          <a:xfrm>
            <a:off x="1602659" y="2721012"/>
            <a:ext cx="9615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Project </a:t>
            </a:r>
            <a:r>
              <a:rPr lang="tr-TR" dirty="0" err="1"/>
              <a:t>achieved</a:t>
            </a:r>
            <a:r>
              <a:rPr lang="tr-TR" dirty="0"/>
              <a:t> 90.6% </a:t>
            </a:r>
            <a:r>
              <a:rPr lang="tr-TR" dirty="0" err="1"/>
              <a:t>and</a:t>
            </a:r>
            <a:r>
              <a:rPr lang="tr-TR" dirty="0"/>
              <a:t> 86.6% </a:t>
            </a:r>
            <a:r>
              <a:rPr lang="tr-TR" dirty="0" err="1"/>
              <a:t>ship</a:t>
            </a:r>
            <a:r>
              <a:rPr lang="tr-TR" dirty="0"/>
              <a:t> </a:t>
            </a:r>
            <a:r>
              <a:rPr lang="tr-TR" dirty="0" err="1"/>
              <a:t>detection</a:t>
            </a:r>
            <a:r>
              <a:rPr lang="tr-TR" dirty="0"/>
              <a:t> </a:t>
            </a:r>
            <a:r>
              <a:rPr lang="tr-TR" dirty="0" err="1"/>
              <a:t>score</a:t>
            </a:r>
            <a:r>
              <a:rPr lang="tr-TR" dirty="0"/>
              <a:t>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977C68D1-BB7E-C651-E5B4-B38DDB8832F5}"/>
              </a:ext>
            </a:extLst>
          </p:cNvPr>
          <p:cNvSpPr txBox="1"/>
          <p:nvPr/>
        </p:nvSpPr>
        <p:spPr>
          <a:xfrm>
            <a:off x="1602658" y="3536484"/>
            <a:ext cx="96159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trained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limited</a:t>
            </a:r>
            <a:r>
              <a:rPr lang="tr-TR" dirty="0"/>
              <a:t> data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causing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overfitting</a:t>
            </a:r>
            <a:r>
              <a:rPr lang="tr-TR" dirty="0"/>
              <a:t>. </a:t>
            </a:r>
            <a:r>
              <a:rPr lang="tr-TR" dirty="0" err="1"/>
              <a:t>The</a:t>
            </a:r>
            <a:r>
              <a:rPr lang="tr-TR" dirty="0"/>
              <a:t> 90.6% </a:t>
            </a:r>
            <a:r>
              <a:rPr lang="tr-TR" dirty="0" err="1"/>
              <a:t>success</a:t>
            </a:r>
            <a:r>
              <a:rPr lang="tr-TR" dirty="0"/>
              <a:t> rate </a:t>
            </a:r>
            <a:r>
              <a:rPr lang="tr-TR" dirty="0" err="1"/>
              <a:t>drops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86.6% </a:t>
            </a:r>
            <a:r>
              <a:rPr lang="tr-TR" dirty="0" err="1"/>
              <a:t>under</a:t>
            </a:r>
            <a:r>
              <a:rPr lang="tr-TR" dirty="0"/>
              <a:t> </a:t>
            </a:r>
            <a:r>
              <a:rPr lang="tr-TR" dirty="0" err="1"/>
              <a:t>environmental</a:t>
            </a:r>
            <a:r>
              <a:rPr lang="tr-TR" dirty="0"/>
              <a:t> </a:t>
            </a:r>
            <a:r>
              <a:rPr lang="tr-TR" dirty="0" err="1"/>
              <a:t>noise</a:t>
            </a:r>
            <a:r>
              <a:rPr lang="tr-TR" dirty="0"/>
              <a:t>.</a:t>
            </a:r>
          </a:p>
          <a:p>
            <a:endParaRPr lang="tr-TR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911E6EEA-349F-656C-DE83-A1036AEACE37}"/>
              </a:ext>
            </a:extLst>
          </p:cNvPr>
          <p:cNvSpPr txBox="1"/>
          <p:nvPr/>
        </p:nvSpPr>
        <p:spPr>
          <a:xfrm>
            <a:off x="1602658" y="4394974"/>
            <a:ext cx="9615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model's</a:t>
            </a:r>
            <a:r>
              <a:rPr lang="tr-TR" dirty="0"/>
              <a:t>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tendency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perceive</a:t>
            </a:r>
            <a:r>
              <a:rPr lang="tr-TR" dirty="0"/>
              <a:t> background </a:t>
            </a:r>
            <a:r>
              <a:rPr lang="tr-TR" dirty="0" err="1"/>
              <a:t>noise</a:t>
            </a:r>
            <a:r>
              <a:rPr lang="tr-TR" dirty="0"/>
              <a:t> as </a:t>
            </a:r>
            <a:r>
              <a:rPr lang="tr-TR" dirty="0" err="1"/>
              <a:t>tankers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tugboats</a:t>
            </a:r>
            <a:r>
              <a:rPr lang="tr-TR" dirty="0"/>
              <a:t> </a:t>
            </a:r>
            <a:r>
              <a:rPr lang="tr-TR" dirty="0" err="1"/>
              <a:t>creating</a:t>
            </a:r>
            <a:r>
              <a:rPr lang="tr-TR" dirty="0"/>
              <a:t>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positives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.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DC5C7CD3-D943-4807-66ED-EC6BD0010E6B}"/>
              </a:ext>
            </a:extLst>
          </p:cNvPr>
          <p:cNvSpPr txBox="1"/>
          <p:nvPr/>
        </p:nvSpPr>
        <p:spPr>
          <a:xfrm>
            <a:off x="1602658" y="5417690"/>
            <a:ext cx="9045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Deploy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model in </a:t>
            </a:r>
            <a:r>
              <a:rPr lang="tr-TR" dirty="0" err="1"/>
              <a:t>real</a:t>
            </a:r>
            <a:r>
              <a:rPr lang="tr-TR" dirty="0"/>
              <a:t>-time </a:t>
            </a:r>
            <a:r>
              <a:rPr lang="tr-TR" dirty="0" err="1"/>
              <a:t>maritime</a:t>
            </a:r>
            <a:r>
              <a:rPr lang="tr-TR" dirty="0"/>
              <a:t> </a:t>
            </a:r>
            <a:r>
              <a:rPr lang="tr-TR" dirty="0" err="1"/>
              <a:t>monitoring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434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48FAE72-0343-CB9A-C20E-3886FAA5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THANK YOU</a:t>
            </a:r>
          </a:p>
        </p:txBody>
      </p:sp>
      <p:sp>
        <p:nvSpPr>
          <p:cNvPr id="22" name="Freeform: Shape 14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D7CF9B13-8D1D-9818-A28F-C41D1299F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26315" y="1000768"/>
            <a:ext cx="4956048" cy="4956048"/>
          </a:xfrm>
          <a:prstGeom prst="rect">
            <a:avLst/>
          </a:prstGeom>
          <a:noFill/>
        </p:spPr>
      </p:pic>
      <p:sp>
        <p:nvSpPr>
          <p:cNvPr id="23" name="Freeform: Shape 16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249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f03927fd-383c-47e7-97a2-7d115ae0e48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49D8379CF7C8F4E98959B1363CA0FB8" ma:contentTypeVersion="4" ma:contentTypeDescription="Yeni belge oluşturun." ma:contentTypeScope="" ma:versionID="239ee8612d69fa86218ebdcf6dd38919">
  <xsd:schema xmlns:xsd="http://www.w3.org/2001/XMLSchema" xmlns:xs="http://www.w3.org/2001/XMLSchema" xmlns:p="http://schemas.microsoft.com/office/2006/metadata/properties" xmlns:ns2="f03927fd-383c-47e7-97a2-7d115ae0e48e" targetNamespace="http://schemas.microsoft.com/office/2006/metadata/properties" ma:root="true" ma:fieldsID="486625e845a89c9465c3f19e08cbfbf4" ns2:_="">
    <xsd:import namespace="f03927fd-383c-47e7-97a2-7d115ae0e48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927fd-383c-47e7-97a2-7d115ae0e48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01CB36-52DA-4CE2-9679-379EAAF89E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E7201-024A-4EC4-8C44-3EBD37501087}">
  <ds:schemaRefs>
    <ds:schemaRef ds:uri="f03927fd-383c-47e7-97a2-7d115ae0e48e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458562A-F796-4BDA-B058-C25C7D5972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3927fd-383c-47e7-97a2-7d115ae0e4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302</Words>
  <Application>Microsoft Office PowerPoint</Application>
  <PresentationFormat>Geniş ekran</PresentationFormat>
  <Paragraphs>39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1" baseType="lpstr">
      <vt:lpstr>Arial</vt:lpstr>
      <vt:lpstr>Bierstadt</vt:lpstr>
      <vt:lpstr>GestaltVTI</vt:lpstr>
      <vt:lpstr>Piri Reis University  Faculty of Economics and Administrative Sciences  Management Information Systems Department  GRADUATION THESIS – YBS421 Real – Time Ship Detection With Using Yolov8</vt:lpstr>
      <vt:lpstr>Contents</vt:lpstr>
      <vt:lpstr>Introduction </vt:lpstr>
      <vt:lpstr>Methodology</vt:lpstr>
      <vt:lpstr>Results</vt:lpstr>
      <vt:lpstr>Result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deniz ilkiz</dc:creator>
  <cp:lastModifiedBy>deniz ilkiz</cp:lastModifiedBy>
  <cp:revision>1</cp:revision>
  <dcterms:created xsi:type="dcterms:W3CDTF">2026-06-12T18:30:37Z</dcterms:created>
  <dcterms:modified xsi:type="dcterms:W3CDTF">2026-06-12T20:25:50Z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0x010100F49D8379CF7C8F4E98959B1363CA0FB8</vt:lpwstr>
  </property>
</Properties>
</file>